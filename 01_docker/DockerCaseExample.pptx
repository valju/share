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256" r:id="rId5"/>
    <p:sldId id="271" r:id="rId6"/>
    <p:sldId id="272" r:id="rId7"/>
    <p:sldId id="273" r:id="rId8"/>
    <p:sldId id="274" r:id="rId9"/>
    <p:sldId id="275" r:id="rId10"/>
    <p:sldId id="266" r:id="rId11"/>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6288"/>
  </p:normalViewPr>
  <p:slideViewPr>
    <p:cSldViewPr snapToGrid="0" snapToObjects="1" showGuides="1">
      <p:cViewPr varScale="1">
        <p:scale>
          <a:sx n="140" d="100"/>
          <a:sy n="140" d="100"/>
        </p:scale>
        <p:origin x="96" y="5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206444183848973E-2"/>
          <c:y val="2.5224786213845555E-2"/>
          <c:w val="0.9168433983226576"/>
          <c:h val="0.80633515420983271"/>
        </c:manualLayout>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BBF5-084B-9211-911E43467DCD}"/>
            </c:ext>
          </c:extLst>
        </c:ser>
        <c:ser>
          <c:idx val="1"/>
          <c:order val="1"/>
          <c:tx>
            <c:strRef>
              <c:f>Sheet1!$C$1</c:f>
              <c:strCache>
                <c:ptCount val="1"/>
                <c:pt idx="0">
                  <c:v>Series 2</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BBF5-084B-9211-911E43467DCD}"/>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BBF5-084B-9211-911E43467DCD}"/>
            </c:ext>
          </c:extLst>
        </c:ser>
        <c:dLbls>
          <c:showLegendKey val="0"/>
          <c:showVal val="0"/>
          <c:showCatName val="0"/>
          <c:showSerName val="0"/>
          <c:showPercent val="0"/>
          <c:showBubbleSize val="0"/>
        </c:dLbls>
        <c:gapWidth val="219"/>
        <c:overlap val="-27"/>
        <c:axId val="1933874399"/>
        <c:axId val="1932068463"/>
      </c:barChart>
      <c:catAx>
        <c:axId val="19338743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j-lt"/>
                <a:ea typeface="Tahoma" panose="020B0604030504040204" pitchFamily="34" charset="0"/>
                <a:cs typeface="Tahoma" panose="020B0604030504040204" pitchFamily="34" charset="0"/>
              </a:defRPr>
            </a:pPr>
            <a:endParaRPr lang="fi-FI"/>
          </a:p>
        </c:txPr>
        <c:crossAx val="1932068463"/>
        <c:crosses val="autoZero"/>
        <c:auto val="1"/>
        <c:lblAlgn val="ctr"/>
        <c:lblOffset val="100"/>
        <c:noMultiLvlLbl val="0"/>
      </c:catAx>
      <c:valAx>
        <c:axId val="193206846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lumMod val="65000"/>
                  </a:schemeClr>
                </a:solidFill>
                <a:latin typeface="+mn-lt"/>
                <a:ea typeface="Tahoma" panose="020B0604030504040204" pitchFamily="34" charset="0"/>
                <a:cs typeface="Tahoma" panose="020B0604030504040204" pitchFamily="34" charset="0"/>
              </a:defRPr>
            </a:pPr>
            <a:endParaRPr lang="fi-FI"/>
          </a:p>
        </c:txPr>
        <c:crossAx val="1933874399"/>
        <c:crosses val="autoZero"/>
        <c:crossBetween val="between"/>
      </c:valAx>
      <c:spPr>
        <a:noFill/>
        <a:ln>
          <a:noFill/>
        </a:ln>
        <a:effectLst/>
      </c:spPr>
    </c:plotArea>
    <c:legend>
      <c:legendPos val="b"/>
      <c:layout>
        <c:manualLayout>
          <c:xMode val="edge"/>
          <c:yMode val="edge"/>
          <c:x val="0.26672210873543228"/>
          <c:y val="0.92910021714117252"/>
          <c:w val="0.46655578252913543"/>
          <c:h val="7.089978285882743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Tahoma" panose="020B0604030504040204" pitchFamily="34" charset="0"/>
              <a:cs typeface="Tahoma" panose="020B0604030504040204" pitchFamily="34" charset="0"/>
            </a:defRPr>
          </a:pPr>
          <a:endParaRPr lang="fi-FI"/>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i-FI"/>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5C365-1C26-6946-87AF-75D6A7DF4277}" type="datetimeFigureOut">
              <a:rPr lang="en-GB" smtClean="0"/>
              <a:t>12/02/2026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5FFFB7-F2A5-7347-AEB2-258A388E9376}" type="slidenum">
              <a:rPr lang="en-GB" smtClean="0"/>
              <a:t>‹#›</a:t>
            </a:fld>
            <a:endParaRPr lang="en-GB"/>
          </a:p>
        </p:txBody>
      </p:sp>
    </p:spTree>
    <p:extLst>
      <p:ext uri="{BB962C8B-B14F-4D97-AF65-F5344CB8AC3E}">
        <p14:creationId xmlns:p14="http://schemas.microsoft.com/office/powerpoint/2010/main" val="3065422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haagahelia.sharepoint.com/sites/HHkuvapankki/Shared%20Documents/Forms/AllItems.aspx?viewid=7deba41b-50a9-4c75-a5e7-25735f49b7cc"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6B628-BFED-FA4D-A06C-0525A9813ED6}"/>
              </a:ext>
            </a:extLst>
          </p:cNvPr>
          <p:cNvSpPr>
            <a:spLocks noGrp="1"/>
          </p:cNvSpPr>
          <p:nvPr>
            <p:ph type="ctrTitle"/>
          </p:nvPr>
        </p:nvSpPr>
        <p:spPr>
          <a:xfrm>
            <a:off x="550863" y="1773238"/>
            <a:ext cx="11125200" cy="1808941"/>
          </a:xfrm>
        </p:spPr>
        <p:txBody>
          <a:bodyPr bIns="0" anchor="b" anchorCtr="0">
            <a:normAutofit/>
          </a:bodyPr>
          <a:lstStyle>
            <a:lvl1pPr algn="l">
              <a:lnSpc>
                <a:spcPts val="5500"/>
              </a:lnSpc>
              <a:defRPr sz="5500">
                <a:solidFill>
                  <a:schemeClr val="bg1"/>
                </a:solidFill>
              </a:defRPr>
            </a:lvl1pPr>
          </a:lstStyle>
          <a:p>
            <a:r>
              <a:rPr lang="en-US"/>
              <a:t>Click to edit Master title style</a:t>
            </a:r>
            <a:endParaRPr lang="en-GB" dirty="0"/>
          </a:p>
        </p:txBody>
      </p:sp>
      <p:sp>
        <p:nvSpPr>
          <p:cNvPr id="7" name="Rectangle 6">
            <a:extLst>
              <a:ext uri="{FF2B5EF4-FFF2-40B4-BE49-F238E27FC236}">
                <a16:creationId xmlns:a16="http://schemas.microsoft.com/office/drawing/2014/main" id="{75B839A5-1182-6945-B986-217B82B3AC8A}"/>
              </a:ext>
            </a:extLst>
          </p:cNvPr>
          <p:cNvSpPr/>
          <p:nvPr userDrawn="1"/>
        </p:nvSpPr>
        <p:spPr>
          <a:xfrm>
            <a:off x="0" y="-204438"/>
            <a:ext cx="12192000" cy="70624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1" name="Text Placeholder 2">
            <a:extLst>
              <a:ext uri="{FF2B5EF4-FFF2-40B4-BE49-F238E27FC236}">
                <a16:creationId xmlns:a16="http://schemas.microsoft.com/office/drawing/2014/main" id="{286A543E-9917-B841-9AEB-86C49D0B0D5F}"/>
              </a:ext>
            </a:extLst>
          </p:cNvPr>
          <p:cNvSpPr>
            <a:spLocks noGrp="1"/>
          </p:cNvSpPr>
          <p:nvPr>
            <p:ph type="body" idx="1"/>
          </p:nvPr>
        </p:nvSpPr>
        <p:spPr>
          <a:xfrm>
            <a:off x="550863" y="3955258"/>
            <a:ext cx="11125200" cy="581375"/>
          </a:xfrm>
        </p:spPr>
        <p:txBody>
          <a:bodyPr bIns="0" numCol="1" anchor="t" anchorCtr="0">
            <a:normAutofit/>
          </a:bodyPr>
          <a:lstStyle>
            <a:lvl1pPr marL="0" indent="0">
              <a:lnSpc>
                <a:spcPts val="2100"/>
              </a:lnSpc>
              <a:spcBef>
                <a:spcPts val="0"/>
              </a:spcBef>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Date Placeholder 3">
            <a:extLst>
              <a:ext uri="{FF2B5EF4-FFF2-40B4-BE49-F238E27FC236}">
                <a16:creationId xmlns:a16="http://schemas.microsoft.com/office/drawing/2014/main" id="{F27BE7B5-78F9-E34B-B1C6-AAE429BE6522}"/>
              </a:ext>
            </a:extLst>
          </p:cNvPr>
          <p:cNvSpPr>
            <a:spLocks noGrp="1"/>
          </p:cNvSpPr>
          <p:nvPr>
            <p:ph type="dt" sz="half" idx="10"/>
          </p:nvPr>
        </p:nvSpPr>
        <p:spPr>
          <a:xfrm>
            <a:off x="550863" y="4551998"/>
            <a:ext cx="3030536" cy="365125"/>
          </a:xfrm>
        </p:spPr>
        <p:txBody>
          <a:bodyPr/>
          <a:lstStyle>
            <a:lvl1pPr>
              <a:defRPr sz="1600">
                <a:solidFill>
                  <a:schemeClr val="bg1"/>
                </a:solidFill>
              </a:defRPr>
            </a:lvl1pPr>
          </a:lstStyle>
          <a:p>
            <a:fld id="{35B864B8-8D08-7B43-B4FB-B2FB41A5D9E3}" type="datetime1">
              <a:rPr lang="fi-FI" smtClean="0"/>
              <a:t>12.2.2026</a:t>
            </a:fld>
            <a:endParaRPr lang="en-GB" dirty="0"/>
          </a:p>
        </p:txBody>
      </p:sp>
      <p:pic>
        <p:nvPicPr>
          <p:cNvPr id="8" name="Picture 7" descr="A picture containing drawing&#10;&#10;Description automatically generated">
            <a:extLst>
              <a:ext uri="{FF2B5EF4-FFF2-40B4-BE49-F238E27FC236}">
                <a16:creationId xmlns:a16="http://schemas.microsoft.com/office/drawing/2014/main" id="{1C7B06C5-3A2A-724C-8BFB-C168F115C60B}"/>
              </a:ext>
            </a:extLst>
          </p:cNvPr>
          <p:cNvPicPr>
            <a:picLocks noChangeAspect="1"/>
          </p:cNvPicPr>
          <p:nvPr userDrawn="1"/>
        </p:nvPicPr>
        <p:blipFill>
          <a:blip r:embed="rId2"/>
          <a:stretch>
            <a:fillRect/>
          </a:stretch>
        </p:blipFill>
        <p:spPr>
          <a:xfrm>
            <a:off x="7236397" y="4852367"/>
            <a:ext cx="4439666" cy="1417955"/>
          </a:xfrm>
          <a:prstGeom prst="rect">
            <a:avLst/>
          </a:prstGeom>
        </p:spPr>
      </p:pic>
      <p:sp>
        <p:nvSpPr>
          <p:cNvPr id="5" name="Footer Placeholder 4">
            <a:extLst>
              <a:ext uri="{FF2B5EF4-FFF2-40B4-BE49-F238E27FC236}">
                <a16:creationId xmlns:a16="http://schemas.microsoft.com/office/drawing/2014/main" id="{4A338E54-5268-3B4D-A8E4-50D192545D9D}"/>
              </a:ext>
            </a:extLst>
          </p:cNvPr>
          <p:cNvSpPr>
            <a:spLocks noGrp="1"/>
          </p:cNvSpPr>
          <p:nvPr>
            <p:ph type="ftr" sz="quarter" idx="11"/>
          </p:nvPr>
        </p:nvSpPr>
        <p:spPr>
          <a:xfrm>
            <a:off x="550863" y="6288437"/>
            <a:ext cx="9223921" cy="365125"/>
          </a:xfrm>
        </p:spPr>
        <p:txBody>
          <a:bodyPr/>
          <a:lstStyle>
            <a:lvl1pPr algn="l">
              <a:defRPr/>
            </a:lvl1pPr>
          </a:lstStyle>
          <a:p>
            <a:pPr algn="l"/>
            <a:endParaRPr lang="en-GB" dirty="0"/>
          </a:p>
        </p:txBody>
      </p:sp>
      <p:sp>
        <p:nvSpPr>
          <p:cNvPr id="6" name="Slide Number Placeholder 5">
            <a:extLst>
              <a:ext uri="{FF2B5EF4-FFF2-40B4-BE49-F238E27FC236}">
                <a16:creationId xmlns:a16="http://schemas.microsoft.com/office/drawing/2014/main" id="{5101ACF3-B1AE-4247-A41A-4A599C230DC5}"/>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162202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23963"/>
          </a:xfrm>
        </p:spPr>
        <p:txBody>
          <a:bodyPr/>
          <a:lstStyle/>
          <a:p>
            <a:r>
              <a:rPr lang="en-US"/>
              <a:t>Click to edit Master title style</a:t>
            </a:r>
            <a:endParaRPr lang="en-GB" dirty="0"/>
          </a:p>
        </p:txBody>
      </p:sp>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1773238"/>
            <a:ext cx="11125198" cy="41402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11EDCD7B-6966-E249-89F2-D46BDFBF56BE}"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825579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1Column_Subheadline_Box">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B26B0A7-DD87-684D-A3EE-AEFC507F70AC}"/>
              </a:ext>
            </a:extLst>
          </p:cNvPr>
          <p:cNvSpPr>
            <a:spLocks noGrp="1"/>
          </p:cNvSpPr>
          <p:nvPr>
            <p:ph type="title"/>
          </p:nvPr>
        </p:nvSpPr>
        <p:spPr>
          <a:xfrm>
            <a:off x="550863" y="549275"/>
            <a:ext cx="11125200" cy="1218850"/>
          </a:xfrm>
        </p:spPr>
        <p:txBody>
          <a:bodyPr/>
          <a:lstStyle/>
          <a:p>
            <a:r>
              <a:rPr lang="en-US"/>
              <a:t>Click to edit Master title style</a:t>
            </a:r>
            <a:endParaRPr lang="en-GB" dirty="0"/>
          </a:p>
        </p:txBody>
      </p:sp>
      <p:sp>
        <p:nvSpPr>
          <p:cNvPr id="11" name="Text Placeholder 2">
            <a:extLst>
              <a:ext uri="{FF2B5EF4-FFF2-40B4-BE49-F238E27FC236}">
                <a16:creationId xmlns:a16="http://schemas.microsoft.com/office/drawing/2014/main" id="{295B0400-B942-424D-A30A-B748E6B48361}"/>
              </a:ext>
            </a:extLst>
          </p:cNvPr>
          <p:cNvSpPr>
            <a:spLocks noGrp="1"/>
          </p:cNvSpPr>
          <p:nvPr>
            <p:ph type="body" idx="1"/>
          </p:nvPr>
        </p:nvSpPr>
        <p:spPr>
          <a:xfrm>
            <a:off x="550863" y="1768125"/>
            <a:ext cx="11125199" cy="581375"/>
          </a:xfrm>
        </p:spPr>
        <p:txBody>
          <a:bodyPr bIns="0" numCol="1" anchor="t" anchorCtr="0">
            <a:normAutofit/>
          </a:bodyPr>
          <a:lstStyle>
            <a:lvl1pPr marL="0" indent="0">
              <a:lnSpc>
                <a:spcPts val="2100"/>
              </a:lnSpc>
              <a:spcBef>
                <a:spcPts val="0"/>
              </a:spcBef>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a:extLst>
              <a:ext uri="{FF2B5EF4-FFF2-40B4-BE49-F238E27FC236}">
                <a16:creationId xmlns:a16="http://schemas.microsoft.com/office/drawing/2014/main" id="{ECC87E21-AFBF-8743-88CC-D9BE2CF2BAF1}"/>
              </a:ext>
            </a:extLst>
          </p:cNvPr>
          <p:cNvSpPr>
            <a:spLocks noGrp="1"/>
          </p:cNvSpPr>
          <p:nvPr>
            <p:ph sz="half" idx="2"/>
          </p:nvPr>
        </p:nvSpPr>
        <p:spPr>
          <a:xfrm>
            <a:off x="550864" y="2353911"/>
            <a:ext cx="11125198" cy="3559527"/>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11EDCD7B-6966-E249-89F2-D46BDFBF56BE}"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1089607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5_Comparison_Subheadline_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14439"/>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6CE68CF3-D9B4-FF41-BDA1-3F28E81C1E8E}"/>
              </a:ext>
            </a:extLst>
          </p:cNvPr>
          <p:cNvSpPr>
            <a:spLocks noGrp="1"/>
          </p:cNvSpPr>
          <p:nvPr>
            <p:ph type="body" idx="1"/>
          </p:nvPr>
        </p:nvSpPr>
        <p:spPr>
          <a:xfrm>
            <a:off x="550864" y="1768125"/>
            <a:ext cx="5365750" cy="581375"/>
          </a:xfrm>
        </p:spPr>
        <p:txBody>
          <a:bodyPr bIns="0" numCol="1" anchor="t" anchorCtr="0">
            <a:normAutofit/>
          </a:bodyPr>
          <a:lstStyle>
            <a:lvl1pPr marL="0" indent="0">
              <a:lnSpc>
                <a:spcPts val="2100"/>
              </a:lnSpc>
              <a:spcBef>
                <a:spcPts val="0"/>
              </a:spcBef>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2353911"/>
            <a:ext cx="5365750" cy="3559527"/>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2">
            <a:extLst>
              <a:ext uri="{FF2B5EF4-FFF2-40B4-BE49-F238E27FC236}">
                <a16:creationId xmlns:a16="http://schemas.microsoft.com/office/drawing/2014/main" id="{8077475C-7FF0-A24E-9A6A-5F7F5F34029E}"/>
              </a:ext>
            </a:extLst>
          </p:cNvPr>
          <p:cNvSpPr>
            <a:spLocks noGrp="1"/>
          </p:cNvSpPr>
          <p:nvPr>
            <p:ph type="body" idx="13"/>
          </p:nvPr>
        </p:nvSpPr>
        <p:spPr>
          <a:xfrm>
            <a:off x="6286645" y="1768125"/>
            <a:ext cx="5389417" cy="581375"/>
          </a:xfrm>
        </p:spPr>
        <p:txBody>
          <a:bodyPr bIns="0" numCol="1" anchor="t" anchorCtr="0">
            <a:normAutofit/>
          </a:bodyPr>
          <a:lstStyle>
            <a:lvl1pPr marL="0" indent="0">
              <a:lnSpc>
                <a:spcPts val="2100"/>
              </a:lnSpc>
              <a:spcBef>
                <a:spcPts val="0"/>
              </a:spcBef>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3">
            <a:extLst>
              <a:ext uri="{FF2B5EF4-FFF2-40B4-BE49-F238E27FC236}">
                <a16:creationId xmlns:a16="http://schemas.microsoft.com/office/drawing/2014/main" id="{B51DBAD3-72AB-224A-860C-9CB2F35578EA}"/>
              </a:ext>
            </a:extLst>
          </p:cNvPr>
          <p:cNvSpPr>
            <a:spLocks noGrp="1"/>
          </p:cNvSpPr>
          <p:nvPr>
            <p:ph sz="half" idx="14"/>
          </p:nvPr>
        </p:nvSpPr>
        <p:spPr>
          <a:xfrm>
            <a:off x="6286645" y="2353911"/>
            <a:ext cx="5389417" cy="3559527"/>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844FF3FE-30BE-2040-9151-6FBC4992BF4F}"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1814640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4_1Column_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23963"/>
          </a:xfrm>
        </p:spPr>
        <p:txBody>
          <a:bodyPr/>
          <a:lstStyle/>
          <a:p>
            <a:r>
              <a:rPr lang="en-US"/>
              <a:t>Click to edit Master title style</a:t>
            </a:r>
            <a:endParaRPr lang="en-GB" dirty="0"/>
          </a:p>
        </p:txBody>
      </p:sp>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1773238"/>
            <a:ext cx="11125198" cy="4140200"/>
          </a:xfrm>
        </p:spPr>
        <p:txBody>
          <a:bodyPr numCol="1"/>
          <a:lstStyle>
            <a:lvl1pPr marL="360000" indent="-360000">
              <a:buFont typeface="+mj-lt"/>
              <a:buAutoNum type="arabicPeriod"/>
              <a:defRPr/>
            </a:lvl1pPr>
            <a:lvl2pPr marL="864000">
              <a:defRPr/>
            </a:lvl2pPr>
            <a:lvl3pPr marL="1296000">
              <a:defRPr/>
            </a:lvl3pPr>
            <a:lvl4pPr marL="1728000">
              <a:defRPr/>
            </a:lvl4pPr>
            <a:lvl5pPr marL="216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11EDCD7B-6966-E249-89F2-D46BDFBF56BE}"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871439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7_Picture_Whi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5583F09-A9DA-B342-BB3A-954CD8ACEA5C}"/>
              </a:ext>
            </a:extLst>
          </p:cNvPr>
          <p:cNvSpPr>
            <a:spLocks noGrp="1"/>
          </p:cNvSpPr>
          <p:nvPr>
            <p:ph type="pic" idx="1" hasCustomPrompt="1"/>
          </p:nvPr>
        </p:nvSpPr>
        <p:spPr>
          <a:xfrm>
            <a:off x="0" y="0"/>
            <a:ext cx="6096000" cy="6137275"/>
          </a:xfrm>
        </p:spPr>
        <p:txBody>
          <a:bodyPr/>
          <a:lstStyle>
            <a:lvl1pPr marL="0" marR="0" indent="0" algn="l" defTabSz="914400" rtl="0" eaLnBrk="1" fontAlgn="auto" latinLnBrk="0" hangingPunct="1">
              <a:lnSpc>
                <a:spcPts val="1800"/>
              </a:lnSpc>
              <a:spcBef>
                <a:spcPts val="800"/>
              </a:spcBef>
              <a:spcAft>
                <a:spcPts val="0"/>
              </a:spcAft>
              <a:buClr>
                <a:schemeClr val="accent2"/>
              </a:buClr>
              <a:buSzTx/>
              <a:buFont typeface="Wingdings" pitchFamily="2" charset="2"/>
              <a:buNone/>
              <a:tabLst/>
              <a:defRPr sz="1400" i="1"/>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ts val="1800"/>
              </a:lnSpc>
              <a:spcBef>
                <a:spcPts val="800"/>
              </a:spcBef>
              <a:spcAft>
                <a:spcPts val="0"/>
              </a:spcAft>
              <a:buClr>
                <a:schemeClr val="accent2"/>
              </a:buClr>
              <a:buSzTx/>
              <a:buFont typeface="Wingdings" pitchFamily="2" charset="2"/>
              <a:buNone/>
              <a:tabLst/>
              <a:defRPr/>
            </a:pPr>
            <a:r>
              <a:rPr lang="fi-FI" dirty="0" err="1"/>
              <a:t>Click</a:t>
            </a:r>
            <a:r>
              <a:rPr lang="fi-FI" dirty="0"/>
              <a:t> on box to </a:t>
            </a:r>
            <a:r>
              <a:rPr lang="fi-FI" dirty="0" err="1"/>
              <a:t>insert</a:t>
            </a:r>
            <a:r>
              <a:rPr lang="fi-FI" dirty="0"/>
              <a:t> image</a:t>
            </a:r>
          </a:p>
        </p:txBody>
      </p:sp>
      <p:sp>
        <p:nvSpPr>
          <p:cNvPr id="2" name="Title 1">
            <a:extLst>
              <a:ext uri="{FF2B5EF4-FFF2-40B4-BE49-F238E27FC236}">
                <a16:creationId xmlns:a16="http://schemas.microsoft.com/office/drawing/2014/main" id="{2E709199-1A6D-6C4A-B892-0A943A6787FB}"/>
              </a:ext>
            </a:extLst>
          </p:cNvPr>
          <p:cNvSpPr>
            <a:spLocks noGrp="1"/>
          </p:cNvSpPr>
          <p:nvPr>
            <p:ph type="title"/>
          </p:nvPr>
        </p:nvSpPr>
        <p:spPr>
          <a:xfrm>
            <a:off x="6467475" y="549274"/>
            <a:ext cx="5208587" cy="1223963"/>
          </a:xfrm>
        </p:spPr>
        <p:txBody>
          <a:bodyPr bIns="0" anchor="t" anchorCtr="0"/>
          <a:lstStyle>
            <a:lvl1pPr>
              <a:defRPr sz="3600">
                <a:solidFill>
                  <a:schemeClr val="accent1"/>
                </a:solidFill>
              </a:defRPr>
            </a:lvl1pPr>
          </a:lstStyle>
          <a:p>
            <a:r>
              <a:rPr lang="en-US"/>
              <a:t>Click to edit Master title style</a:t>
            </a:r>
            <a:endParaRPr lang="en-GB" dirty="0"/>
          </a:p>
        </p:txBody>
      </p:sp>
      <p:sp>
        <p:nvSpPr>
          <p:cNvPr id="9" name="Text Placeholder 2">
            <a:extLst>
              <a:ext uri="{FF2B5EF4-FFF2-40B4-BE49-F238E27FC236}">
                <a16:creationId xmlns:a16="http://schemas.microsoft.com/office/drawing/2014/main" id="{2E8F10A0-07C7-2B4F-915C-60F6F98248B1}"/>
              </a:ext>
            </a:extLst>
          </p:cNvPr>
          <p:cNvSpPr>
            <a:spLocks noGrp="1"/>
          </p:cNvSpPr>
          <p:nvPr>
            <p:ph type="body" idx="13"/>
          </p:nvPr>
        </p:nvSpPr>
        <p:spPr>
          <a:xfrm>
            <a:off x="6467478" y="1773238"/>
            <a:ext cx="5208584" cy="576262"/>
          </a:xfrm>
        </p:spPr>
        <p:txBody>
          <a:bodyPr numCol="1" anchor="t" anchorCtr="0"/>
          <a:lstStyle>
            <a:lvl1pPr marL="0" indent="0">
              <a:lnSpc>
                <a:spcPts val="2000"/>
              </a:lnSpc>
              <a:spcBef>
                <a:spcPts val="0"/>
              </a:spcBef>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A05DC70D-4978-4940-8F72-1AF40D1911CC}"/>
              </a:ext>
            </a:extLst>
          </p:cNvPr>
          <p:cNvSpPr>
            <a:spLocks noGrp="1"/>
          </p:cNvSpPr>
          <p:nvPr>
            <p:ph sz="half" idx="2"/>
          </p:nvPr>
        </p:nvSpPr>
        <p:spPr>
          <a:xfrm>
            <a:off x="6467476" y="2349500"/>
            <a:ext cx="5208585" cy="3563938"/>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E9F77172-FD0A-3C43-872F-022BE895843B}"/>
              </a:ext>
            </a:extLst>
          </p:cNvPr>
          <p:cNvSpPr>
            <a:spLocks noGrp="1"/>
          </p:cNvSpPr>
          <p:nvPr>
            <p:ph type="dt" sz="half" idx="10"/>
          </p:nvPr>
        </p:nvSpPr>
        <p:spPr/>
        <p:txBody>
          <a:bodyPr/>
          <a:lstStyle/>
          <a:p>
            <a:fld id="{B62E192A-D52B-F541-B2AA-4AEB9388F1F7}" type="datetime1">
              <a:rPr lang="fi-FI" smtClean="0"/>
              <a:t>12.2.2026</a:t>
            </a:fld>
            <a:endParaRPr lang="en-GB" dirty="0"/>
          </a:p>
        </p:txBody>
      </p:sp>
      <p:sp>
        <p:nvSpPr>
          <p:cNvPr id="6" name="Footer Placeholder 5">
            <a:extLst>
              <a:ext uri="{FF2B5EF4-FFF2-40B4-BE49-F238E27FC236}">
                <a16:creationId xmlns:a16="http://schemas.microsoft.com/office/drawing/2014/main" id="{4DB4603D-E2FA-3D4D-B491-5FD2BBA89553}"/>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B1AF301F-07A5-F14E-8820-FA17F7B4103C}"/>
              </a:ext>
            </a:extLst>
          </p:cNvPr>
          <p:cNvSpPr>
            <a:spLocks noGrp="1"/>
          </p:cNvSpPr>
          <p:nvPr>
            <p:ph type="sldNum" sz="quarter" idx="12"/>
          </p:nvPr>
        </p:nvSpPr>
        <p:spPr/>
        <p:txBody>
          <a:bodyPr/>
          <a:lstStyle/>
          <a:p>
            <a:fld id="{76BAB7ED-EDE9-4D4B-9A2D-30E18C47C16E}" type="slidenum">
              <a:rPr lang="en-GB" smtClean="0"/>
              <a:t>‹#›</a:t>
            </a:fld>
            <a:endParaRPr lang="en-GB" dirty="0"/>
          </a:p>
        </p:txBody>
      </p:sp>
      <p:sp>
        <p:nvSpPr>
          <p:cNvPr id="8" name="Rectangle 7">
            <a:extLst>
              <a:ext uri="{FF2B5EF4-FFF2-40B4-BE49-F238E27FC236}">
                <a16:creationId xmlns:a16="http://schemas.microsoft.com/office/drawing/2014/main" id="{16E4503D-832D-474C-8435-EBAEDCFABD84}"/>
              </a:ext>
            </a:extLst>
          </p:cNvPr>
          <p:cNvSpPr/>
          <p:nvPr userDrawn="1"/>
        </p:nvSpPr>
        <p:spPr>
          <a:xfrm>
            <a:off x="461394" y="1588571"/>
            <a:ext cx="5173211" cy="369332"/>
          </a:xfrm>
          <a:prstGeom prst="rect">
            <a:avLst/>
          </a:prstGeom>
        </p:spPr>
        <p:txBody>
          <a:bodyPr wrap="none">
            <a:spAutoFit/>
          </a:bodyPr>
          <a:lstStyle/>
          <a:p>
            <a:r>
              <a:rPr lang="fi-FI" dirty="0">
                <a:solidFill>
                  <a:schemeClr val="tx1"/>
                </a:solidFill>
              </a:rPr>
              <a:t>Haaga-Helian brändikuvat löytyvät </a:t>
            </a:r>
            <a:r>
              <a:rPr lang="fi-FI" dirty="0">
                <a:solidFill>
                  <a:schemeClr val="tx1"/>
                </a:solidFill>
                <a:hlinkClick r:id="rId2"/>
              </a:rPr>
              <a:t>kuvapankista</a:t>
            </a:r>
            <a:r>
              <a:rPr lang="fi-FI" dirty="0">
                <a:solidFill>
                  <a:schemeClr val="tx1"/>
                </a:solidFill>
              </a:rPr>
              <a:t>:</a:t>
            </a:r>
            <a:endParaRPr lang="fi-FI" dirty="0"/>
          </a:p>
        </p:txBody>
      </p:sp>
    </p:spTree>
    <p:extLst>
      <p:ext uri="{BB962C8B-B14F-4D97-AF65-F5344CB8AC3E}">
        <p14:creationId xmlns:p14="http://schemas.microsoft.com/office/powerpoint/2010/main" val="4257441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8_Graphics_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23963"/>
          </a:xfrm>
        </p:spPr>
        <p:txBody>
          <a:bodyPr/>
          <a:lstStyle/>
          <a:p>
            <a:r>
              <a:rPr lang="en-US"/>
              <a:t>Click to edit Master title style</a:t>
            </a:r>
            <a:endParaRPr lang="en-GB" dirty="0"/>
          </a:p>
        </p:txBody>
      </p:sp>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1773238"/>
            <a:ext cx="5365749" cy="41402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Chart Placeholder 5" title="Decorative">
            <a:extLst>
              <a:ext uri="{FF2B5EF4-FFF2-40B4-BE49-F238E27FC236}">
                <a16:creationId xmlns:a16="http://schemas.microsoft.com/office/drawing/2014/main" id="{DC5ECAD0-3CB0-AF46-B814-4947CD958BAF}"/>
              </a:ext>
            </a:extLst>
          </p:cNvPr>
          <p:cNvSpPr>
            <a:spLocks noGrp="1"/>
          </p:cNvSpPr>
          <p:nvPr>
            <p:ph type="chart" sz="quarter" idx="13"/>
          </p:nvPr>
        </p:nvSpPr>
        <p:spPr>
          <a:xfrm>
            <a:off x="6275388" y="1773238"/>
            <a:ext cx="5437187" cy="4140200"/>
          </a:xfrm>
        </p:spPr>
        <p:txBody>
          <a:bodyPr/>
          <a:lstStyle/>
          <a:p>
            <a:r>
              <a:rPr lang="en-US"/>
              <a:t>Click icon to add chart</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EEA4FAA2-2B3E-264C-A42F-2D6D3EF33A3C}"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graphicFrame>
        <p:nvGraphicFramePr>
          <p:cNvPr id="10" name="Chart 9">
            <a:extLst>
              <a:ext uri="{FF2B5EF4-FFF2-40B4-BE49-F238E27FC236}">
                <a16:creationId xmlns:a16="http://schemas.microsoft.com/office/drawing/2014/main" id="{16665C96-B5B1-6C4A-B36E-E79733B1F694}"/>
              </a:ext>
            </a:extLst>
          </p:cNvPr>
          <p:cNvGraphicFramePr/>
          <p:nvPr userDrawn="1">
            <p:extLst>
              <p:ext uri="{D42A27DB-BD31-4B8C-83A1-F6EECF244321}">
                <p14:modId xmlns:p14="http://schemas.microsoft.com/office/powerpoint/2010/main" val="3301042386"/>
              </p:ext>
            </p:extLst>
          </p:nvPr>
        </p:nvGraphicFramePr>
        <p:xfrm>
          <a:off x="12761647" y="1989138"/>
          <a:ext cx="5437187" cy="374491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24500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9_Four_Column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21318"/>
          </a:xfrm>
        </p:spPr>
        <p:txBody>
          <a:bodyPr/>
          <a:lstStyle/>
          <a:p>
            <a:r>
              <a:rPr lang="en-US"/>
              <a:t>Click to edit Master title style</a:t>
            </a:r>
            <a:endParaRPr lang="en-GB" dirty="0"/>
          </a:p>
        </p:txBody>
      </p:sp>
      <p:sp>
        <p:nvSpPr>
          <p:cNvPr id="11" name="Text Placeholder 2" title="Decorative">
            <a:extLst>
              <a:ext uri="{FF2B5EF4-FFF2-40B4-BE49-F238E27FC236}">
                <a16:creationId xmlns:a16="http://schemas.microsoft.com/office/drawing/2014/main" id="{8E288490-9DAE-8C48-AC5A-D367464AA6DF}"/>
              </a:ext>
            </a:extLst>
          </p:cNvPr>
          <p:cNvSpPr>
            <a:spLocks noGrp="1"/>
          </p:cNvSpPr>
          <p:nvPr>
            <p:ph type="body" idx="1"/>
          </p:nvPr>
        </p:nvSpPr>
        <p:spPr>
          <a:xfrm>
            <a:off x="542925" y="1770593"/>
            <a:ext cx="2484437" cy="792000"/>
          </a:xfrm>
          <a:solidFill>
            <a:schemeClr val="accent1"/>
          </a:solidFill>
        </p:spPr>
        <p:txBody>
          <a:bodyPr lIns="144000" tIns="108000" rIns="144000" bIns="108000" numCol="1" anchor="ctr" anchorCtr="0">
            <a:normAutofit/>
          </a:bodyPr>
          <a:lstStyle>
            <a:lvl1pPr marL="0" indent="0" algn="ctr">
              <a:lnSpc>
                <a:spcPts val="1800"/>
              </a:lnSpc>
              <a:spcBef>
                <a:spcPts val="0"/>
              </a:spcBef>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a:extLst>
              <a:ext uri="{FF2B5EF4-FFF2-40B4-BE49-F238E27FC236}">
                <a16:creationId xmlns:a16="http://schemas.microsoft.com/office/drawing/2014/main" id="{6283EB9E-6984-944A-AC44-550DEAEEE00B}"/>
              </a:ext>
            </a:extLst>
          </p:cNvPr>
          <p:cNvSpPr>
            <a:spLocks noGrp="1"/>
          </p:cNvSpPr>
          <p:nvPr>
            <p:ph sz="half" idx="2"/>
          </p:nvPr>
        </p:nvSpPr>
        <p:spPr>
          <a:xfrm>
            <a:off x="542925" y="2732423"/>
            <a:ext cx="2484438" cy="3181015"/>
          </a:xfrm>
        </p:spPr>
        <p:txBody>
          <a:bodyPr numCol="1"/>
          <a:lstStyle>
            <a:lvl1pPr marL="216000" indent="-216000">
              <a:lnSpc>
                <a:spcPts val="1800"/>
              </a:lnSpc>
              <a:buFont typeface="Wingdings" pitchFamily="2" charset="2"/>
              <a:buChar char="§"/>
              <a:defRPr sz="1600"/>
            </a:lvl1pPr>
            <a:lvl2pPr marL="432000">
              <a:lnSpc>
                <a:spcPts val="1600"/>
              </a:lnSpc>
              <a:defRPr sz="1400"/>
            </a:lvl2pPr>
            <a:lvl3pPr marL="648000">
              <a:lnSpc>
                <a:spcPts val="1600"/>
              </a:lnSpc>
              <a:defRPr sz="1400"/>
            </a:lvl3pPr>
            <a:lvl4pPr marL="864000">
              <a:lnSpc>
                <a:spcPts val="1600"/>
              </a:lnSpc>
              <a:defRPr sz="1400"/>
            </a:lvl4pPr>
            <a:lvl5pPr marL="1080000">
              <a:lnSpc>
                <a:spcPts val="16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title="Decorative">
            <a:extLst>
              <a:ext uri="{FF2B5EF4-FFF2-40B4-BE49-F238E27FC236}">
                <a16:creationId xmlns:a16="http://schemas.microsoft.com/office/drawing/2014/main" id="{26AE33B4-8BD9-EC42-A813-157460FAB09F}"/>
              </a:ext>
            </a:extLst>
          </p:cNvPr>
          <p:cNvSpPr>
            <a:spLocks noGrp="1"/>
          </p:cNvSpPr>
          <p:nvPr>
            <p:ph type="body" idx="16"/>
          </p:nvPr>
        </p:nvSpPr>
        <p:spPr>
          <a:xfrm>
            <a:off x="3392944" y="1770593"/>
            <a:ext cx="2515731" cy="792000"/>
          </a:xfrm>
          <a:solidFill>
            <a:schemeClr val="accent1"/>
          </a:solidFill>
        </p:spPr>
        <p:txBody>
          <a:bodyPr lIns="144000" tIns="108000" rIns="144000" bIns="108000" numCol="1" anchor="ctr" anchorCtr="0">
            <a:normAutofit/>
          </a:bodyPr>
          <a:lstStyle>
            <a:lvl1pPr marL="0" indent="0" algn="ctr">
              <a:lnSpc>
                <a:spcPts val="1800"/>
              </a:lnSpc>
              <a:spcBef>
                <a:spcPts val="0"/>
              </a:spcBef>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Content Placeholder 3">
            <a:extLst>
              <a:ext uri="{FF2B5EF4-FFF2-40B4-BE49-F238E27FC236}">
                <a16:creationId xmlns:a16="http://schemas.microsoft.com/office/drawing/2014/main" id="{7EA4EBD6-E495-C946-9015-EFD0792F61A8}"/>
              </a:ext>
            </a:extLst>
          </p:cNvPr>
          <p:cNvSpPr>
            <a:spLocks noGrp="1"/>
          </p:cNvSpPr>
          <p:nvPr>
            <p:ph sz="half" idx="19"/>
          </p:nvPr>
        </p:nvSpPr>
        <p:spPr>
          <a:xfrm>
            <a:off x="3404877" y="2732423"/>
            <a:ext cx="2515731" cy="3181015"/>
          </a:xfrm>
        </p:spPr>
        <p:txBody>
          <a:bodyPr numCol="1"/>
          <a:lstStyle>
            <a:lvl1pPr marL="216000" indent="-216000">
              <a:lnSpc>
                <a:spcPts val="1800"/>
              </a:lnSpc>
              <a:buFont typeface="Wingdings" pitchFamily="2" charset="2"/>
              <a:buChar char="§"/>
              <a:defRPr sz="1600"/>
            </a:lvl1pPr>
            <a:lvl2pPr marL="432000">
              <a:lnSpc>
                <a:spcPts val="1600"/>
              </a:lnSpc>
              <a:defRPr sz="1400"/>
            </a:lvl2pPr>
            <a:lvl3pPr marL="648000">
              <a:lnSpc>
                <a:spcPts val="1600"/>
              </a:lnSpc>
              <a:defRPr sz="1400"/>
            </a:lvl3pPr>
            <a:lvl4pPr marL="864000">
              <a:lnSpc>
                <a:spcPts val="1600"/>
              </a:lnSpc>
              <a:defRPr sz="1400"/>
            </a:lvl4pPr>
            <a:lvl5pPr marL="1080000">
              <a:lnSpc>
                <a:spcPts val="16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 title="Decorative">
            <a:extLst>
              <a:ext uri="{FF2B5EF4-FFF2-40B4-BE49-F238E27FC236}">
                <a16:creationId xmlns:a16="http://schemas.microsoft.com/office/drawing/2014/main" id="{68BE045E-8E28-0D45-9823-F5C43CEB1D3C}"/>
              </a:ext>
            </a:extLst>
          </p:cNvPr>
          <p:cNvSpPr>
            <a:spLocks noGrp="1"/>
          </p:cNvSpPr>
          <p:nvPr>
            <p:ph type="body" idx="17"/>
          </p:nvPr>
        </p:nvSpPr>
        <p:spPr>
          <a:xfrm>
            <a:off x="6283538" y="1770593"/>
            <a:ext cx="2504862" cy="792000"/>
          </a:xfrm>
          <a:solidFill>
            <a:schemeClr val="accent1"/>
          </a:solidFill>
        </p:spPr>
        <p:txBody>
          <a:bodyPr lIns="144000" tIns="108000" rIns="144000" bIns="108000" numCol="1" anchor="ctr" anchorCtr="0">
            <a:normAutofit/>
          </a:bodyPr>
          <a:lstStyle>
            <a:lvl1pPr marL="0" indent="0" algn="ctr">
              <a:lnSpc>
                <a:spcPts val="1800"/>
              </a:lnSpc>
              <a:spcBef>
                <a:spcPts val="0"/>
              </a:spcBef>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F32E1E8B-12C0-1F44-9884-A0BE1104DEF0}"/>
              </a:ext>
            </a:extLst>
          </p:cNvPr>
          <p:cNvSpPr>
            <a:spLocks noGrp="1"/>
          </p:cNvSpPr>
          <p:nvPr>
            <p:ph sz="half" idx="20"/>
          </p:nvPr>
        </p:nvSpPr>
        <p:spPr>
          <a:xfrm>
            <a:off x="6271394" y="2732423"/>
            <a:ext cx="2511167" cy="3181015"/>
          </a:xfrm>
        </p:spPr>
        <p:txBody>
          <a:bodyPr numCol="1"/>
          <a:lstStyle>
            <a:lvl1pPr marL="216000" indent="-216000">
              <a:lnSpc>
                <a:spcPts val="1800"/>
              </a:lnSpc>
              <a:buFont typeface="Wingdings" pitchFamily="2" charset="2"/>
              <a:buChar char="§"/>
              <a:defRPr sz="1600"/>
            </a:lvl1pPr>
            <a:lvl2pPr marL="432000">
              <a:lnSpc>
                <a:spcPts val="1600"/>
              </a:lnSpc>
              <a:defRPr sz="1400"/>
            </a:lvl2pPr>
            <a:lvl3pPr marL="648000">
              <a:lnSpc>
                <a:spcPts val="1600"/>
              </a:lnSpc>
              <a:defRPr sz="1400"/>
            </a:lvl3pPr>
            <a:lvl4pPr marL="864000">
              <a:lnSpc>
                <a:spcPts val="1600"/>
              </a:lnSpc>
              <a:defRPr sz="1400"/>
            </a:lvl4pPr>
            <a:lvl5pPr marL="1080000">
              <a:lnSpc>
                <a:spcPts val="16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 title="Decorative">
            <a:extLst>
              <a:ext uri="{FF2B5EF4-FFF2-40B4-BE49-F238E27FC236}">
                <a16:creationId xmlns:a16="http://schemas.microsoft.com/office/drawing/2014/main" id="{4303AA4A-2AA0-654E-ACED-3CB2C390E194}"/>
              </a:ext>
            </a:extLst>
          </p:cNvPr>
          <p:cNvSpPr>
            <a:spLocks noGrp="1"/>
          </p:cNvSpPr>
          <p:nvPr>
            <p:ph type="body" idx="18"/>
          </p:nvPr>
        </p:nvSpPr>
        <p:spPr>
          <a:xfrm>
            <a:off x="9148762" y="1770593"/>
            <a:ext cx="2519363" cy="792000"/>
          </a:xfrm>
          <a:solidFill>
            <a:schemeClr val="accent1"/>
          </a:solidFill>
        </p:spPr>
        <p:txBody>
          <a:bodyPr lIns="144000" tIns="108000" rIns="144000" bIns="108000" numCol="1" anchor="ctr" anchorCtr="0">
            <a:normAutofit/>
          </a:bodyPr>
          <a:lstStyle>
            <a:lvl1pPr marL="0" indent="0" algn="ctr">
              <a:lnSpc>
                <a:spcPts val="1800"/>
              </a:lnSpc>
              <a:spcBef>
                <a:spcPts val="0"/>
              </a:spcBef>
              <a:buNone/>
              <a:defRPr sz="16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Content Placeholder 3">
            <a:extLst>
              <a:ext uri="{FF2B5EF4-FFF2-40B4-BE49-F238E27FC236}">
                <a16:creationId xmlns:a16="http://schemas.microsoft.com/office/drawing/2014/main" id="{2B87788B-03D7-A041-A8E3-69FB4BF50960}"/>
              </a:ext>
            </a:extLst>
          </p:cNvPr>
          <p:cNvSpPr>
            <a:spLocks noGrp="1"/>
          </p:cNvSpPr>
          <p:nvPr>
            <p:ph sz="half" idx="21"/>
          </p:nvPr>
        </p:nvSpPr>
        <p:spPr>
          <a:xfrm>
            <a:off x="9156699" y="2732423"/>
            <a:ext cx="2519363" cy="3181015"/>
          </a:xfrm>
        </p:spPr>
        <p:txBody>
          <a:bodyPr numCol="1"/>
          <a:lstStyle>
            <a:lvl1pPr marL="216000" indent="-216000">
              <a:lnSpc>
                <a:spcPts val="1800"/>
              </a:lnSpc>
              <a:buFont typeface="Wingdings" pitchFamily="2" charset="2"/>
              <a:buChar char="§"/>
              <a:defRPr sz="1600"/>
            </a:lvl1pPr>
            <a:lvl2pPr marL="432000">
              <a:lnSpc>
                <a:spcPts val="1600"/>
              </a:lnSpc>
              <a:defRPr sz="1400"/>
            </a:lvl2pPr>
            <a:lvl3pPr marL="648000">
              <a:lnSpc>
                <a:spcPts val="1600"/>
              </a:lnSpc>
              <a:defRPr sz="1400"/>
            </a:lvl3pPr>
            <a:lvl4pPr marL="864000">
              <a:lnSpc>
                <a:spcPts val="1600"/>
              </a:lnSpc>
              <a:defRPr sz="1400"/>
            </a:lvl4pPr>
            <a:lvl5pPr marL="1080000">
              <a:lnSpc>
                <a:spcPts val="16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B3114A65-8017-1743-A85A-B2A4BB835AE9}"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1105727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23963"/>
          </a:xfrm>
        </p:spPr>
        <p:txBody>
          <a:bodyPr/>
          <a:lstStyle/>
          <a:p>
            <a:r>
              <a:rPr lang="en-US"/>
              <a:t>Click to edit Master title style</a:t>
            </a:r>
            <a:endParaRPr lang="en-GB" dirty="0"/>
          </a:p>
        </p:txBody>
      </p:sp>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1773238"/>
            <a:ext cx="11125198" cy="4140200"/>
          </a:xfrm>
        </p:spPr>
        <p:txBody>
          <a:bodyPr numCol="1"/>
          <a:lstStyle>
            <a:lvl1pPr marL="360000" indent="-360000">
              <a:buFontTx/>
              <a:buNone/>
              <a:defRPr/>
            </a:lvl1pPr>
            <a:lvl2pPr marL="864000">
              <a:defRPr/>
            </a:lvl2pPr>
            <a:lvl3pPr marL="1296000">
              <a:defRPr/>
            </a:lvl3pPr>
            <a:lvl4pPr marL="1728000">
              <a:defRPr/>
            </a:lvl4pPr>
            <a:lvl5pPr marL="216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11EDCD7B-6966-E249-89F2-D46BDFBF56BE}"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1326893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End_Slide">
    <p:spTree>
      <p:nvGrpSpPr>
        <p:cNvPr id="1" name=""/>
        <p:cNvGrpSpPr/>
        <p:nvPr/>
      </p:nvGrpSpPr>
      <p:grpSpPr>
        <a:xfrm>
          <a:off x="0" y="0"/>
          <a:ext cx="0" cy="0"/>
          <a:chOff x="0" y="0"/>
          <a:chExt cx="0" cy="0"/>
        </a:xfrm>
      </p:grpSpPr>
      <p:pic>
        <p:nvPicPr>
          <p:cNvPr id="10" name="Picture 9" descr="A computer sitting on top of a table&#10;&#10;Description automatically generated">
            <a:extLst>
              <a:ext uri="{FF2B5EF4-FFF2-40B4-BE49-F238E27FC236}">
                <a16:creationId xmlns:a16="http://schemas.microsoft.com/office/drawing/2014/main" id="{8EEFCBFA-BDAD-D34C-9A8B-2F7C8A8AFA7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123709"/>
          </a:xfrm>
          <a:prstGeom prst="rect">
            <a:avLst/>
          </a:prstGeom>
        </p:spPr>
      </p:pic>
      <p:sp>
        <p:nvSpPr>
          <p:cNvPr id="11" name="Title 1">
            <a:extLst>
              <a:ext uri="{FF2B5EF4-FFF2-40B4-BE49-F238E27FC236}">
                <a16:creationId xmlns:a16="http://schemas.microsoft.com/office/drawing/2014/main" id="{5F470768-DFDA-C045-91C3-E4A4C8EF294D}"/>
              </a:ext>
            </a:extLst>
          </p:cNvPr>
          <p:cNvSpPr>
            <a:spLocks noGrp="1"/>
          </p:cNvSpPr>
          <p:nvPr>
            <p:ph type="title"/>
          </p:nvPr>
        </p:nvSpPr>
        <p:spPr>
          <a:xfrm>
            <a:off x="6096000" y="2796402"/>
            <a:ext cx="5616575" cy="1265196"/>
          </a:xfrm>
        </p:spPr>
        <p:txBody>
          <a:bodyPr anchor="ctr" anchorCtr="0">
            <a:normAutofit/>
          </a:bodyPr>
          <a:lstStyle>
            <a:lvl1pPr algn="l">
              <a:lnSpc>
                <a:spcPts val="4800"/>
              </a:lnSpc>
              <a:defRPr sz="4400" baseline="0">
                <a:solidFill>
                  <a:schemeClr val="accent1"/>
                </a:solidFill>
              </a:defRPr>
            </a:lvl1pPr>
          </a:lstStyle>
          <a:p>
            <a:r>
              <a:rPr lang="en-US"/>
              <a:t>Click to edit Master title style</a:t>
            </a:r>
            <a:endParaRPr lang="en-US" dirty="0"/>
          </a:p>
        </p:txBody>
      </p:sp>
      <p:sp>
        <p:nvSpPr>
          <p:cNvPr id="15" name="Text Placeholder 2">
            <a:extLst>
              <a:ext uri="{FF2B5EF4-FFF2-40B4-BE49-F238E27FC236}">
                <a16:creationId xmlns:a16="http://schemas.microsoft.com/office/drawing/2014/main" id="{CC707F25-B2A1-2843-BAC7-68171ECBADA3}"/>
              </a:ext>
            </a:extLst>
          </p:cNvPr>
          <p:cNvSpPr>
            <a:spLocks noGrp="1"/>
          </p:cNvSpPr>
          <p:nvPr>
            <p:ph type="body" idx="1"/>
          </p:nvPr>
        </p:nvSpPr>
        <p:spPr>
          <a:xfrm>
            <a:off x="6096000" y="4061598"/>
            <a:ext cx="5580062" cy="1672452"/>
          </a:xfrm>
        </p:spPr>
        <p:txBody>
          <a:bodyPr bIns="0" numCol="1" anchor="b" anchorCtr="0"/>
          <a:lstStyle>
            <a:lvl1pPr marL="0" indent="0">
              <a:lnSpc>
                <a:spcPts val="2100"/>
              </a:lnSpc>
              <a:spcBef>
                <a:spcPts val="0"/>
              </a:spcBef>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lnSpc>
                <a:spcPts val="2400"/>
              </a:lnSpc>
              <a:spcBef>
                <a:spcPts val="600"/>
              </a:spcBef>
            </a:pPr>
            <a:r>
              <a:rPr lang="en-US" sz="1800">
                <a:solidFill>
                  <a:schemeClr val="accent1"/>
                </a:solidFill>
              </a:rPr>
              <a:t>Click to edit Master text styles</a:t>
            </a:r>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D5AEA85A-FC56-D34C-9AA6-ECC3D2586F37}"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1249156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2Column_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23963"/>
          </a:xfrm>
        </p:spPr>
        <p:txBody>
          <a:bodyPr/>
          <a:lstStyle/>
          <a:p>
            <a:r>
              <a:rPr lang="en-US"/>
              <a:t>Click to edit Master title style</a:t>
            </a:r>
            <a:endParaRPr lang="en-GB" dirty="0"/>
          </a:p>
        </p:txBody>
      </p:sp>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1773238"/>
            <a:ext cx="11125198" cy="414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E6BC6EEF-E660-7844-8930-418AFF95EA40}"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6092272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2column_Subheadline_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239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6CE68CF3-D9B4-FF41-BDA1-3F28E81C1E8E}"/>
              </a:ext>
            </a:extLst>
          </p:cNvPr>
          <p:cNvSpPr>
            <a:spLocks noGrp="1"/>
          </p:cNvSpPr>
          <p:nvPr>
            <p:ph type="body" idx="1"/>
          </p:nvPr>
        </p:nvSpPr>
        <p:spPr>
          <a:xfrm>
            <a:off x="550863" y="1773238"/>
            <a:ext cx="11125199" cy="576262"/>
          </a:xfrm>
        </p:spPr>
        <p:txBody>
          <a:bodyPr numCol="1" anchor="t" anchorCtr="0"/>
          <a:lstStyle>
            <a:lvl1pPr marL="0" indent="0">
              <a:lnSpc>
                <a:spcPts val="2100"/>
              </a:lnSpc>
              <a:spcBef>
                <a:spcPts val="0"/>
              </a:spcBef>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2349500"/>
            <a:ext cx="11125198" cy="3563938"/>
          </a:xfrm>
        </p:spPr>
        <p:txBody>
          <a:bodyPr/>
          <a:lstStyle>
            <a:lvl1pPr marL="288000" indent="-288000">
              <a:buFont typeface="+mj-lt"/>
              <a:buAutoNum type="arabicPeriod"/>
              <a:defRPr/>
            </a:lvl1pPr>
            <a:lvl2pPr marL="720000">
              <a:defRPr/>
            </a:lvl2pPr>
            <a:lvl3pPr marL="1080000">
              <a:defRPr/>
            </a:lvl3pPr>
            <a:lvl4pPr marL="1440000">
              <a:defRPr/>
            </a:lvl4pPr>
            <a:lvl5pPr marL="180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4E10C7EC-C1C1-9849-A573-7692478FCD52}"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3051484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6_Comparison_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CB7D-5CE1-9F42-AF98-A7BDF7CB7878}"/>
              </a:ext>
            </a:extLst>
          </p:cNvPr>
          <p:cNvSpPr>
            <a:spLocks noGrp="1"/>
          </p:cNvSpPr>
          <p:nvPr>
            <p:ph type="title"/>
          </p:nvPr>
        </p:nvSpPr>
        <p:spPr>
          <a:xfrm>
            <a:off x="550863" y="549275"/>
            <a:ext cx="11125200" cy="1214439"/>
          </a:xfrm>
        </p:spPr>
        <p:txBody>
          <a:bodyPr/>
          <a:lstStyle/>
          <a:p>
            <a:r>
              <a:rPr lang="en-US"/>
              <a:t>Click to edit Master title style</a:t>
            </a:r>
            <a:endParaRPr lang="en-GB" dirty="0"/>
          </a:p>
        </p:txBody>
      </p:sp>
      <p:sp>
        <p:nvSpPr>
          <p:cNvPr id="4" name="Content Placeholder 3">
            <a:extLst>
              <a:ext uri="{FF2B5EF4-FFF2-40B4-BE49-F238E27FC236}">
                <a16:creationId xmlns:a16="http://schemas.microsoft.com/office/drawing/2014/main" id="{350FF869-0A57-8744-AF43-1DD5F0265D54}"/>
              </a:ext>
            </a:extLst>
          </p:cNvPr>
          <p:cNvSpPr>
            <a:spLocks noGrp="1"/>
          </p:cNvSpPr>
          <p:nvPr>
            <p:ph sz="half" idx="2"/>
          </p:nvPr>
        </p:nvSpPr>
        <p:spPr>
          <a:xfrm>
            <a:off x="550864" y="1773239"/>
            <a:ext cx="5365750" cy="41402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Content Placeholder 3">
            <a:extLst>
              <a:ext uri="{FF2B5EF4-FFF2-40B4-BE49-F238E27FC236}">
                <a16:creationId xmlns:a16="http://schemas.microsoft.com/office/drawing/2014/main" id="{B51DBAD3-72AB-224A-860C-9CB2F35578EA}"/>
              </a:ext>
            </a:extLst>
          </p:cNvPr>
          <p:cNvSpPr>
            <a:spLocks noGrp="1"/>
          </p:cNvSpPr>
          <p:nvPr>
            <p:ph sz="half" idx="14"/>
          </p:nvPr>
        </p:nvSpPr>
        <p:spPr>
          <a:xfrm>
            <a:off x="6286646" y="1773239"/>
            <a:ext cx="5389417" cy="4140200"/>
          </a:xfrm>
        </p:spPr>
        <p:txBody>
          <a:bodyPr numCol="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1A2D3CFF-BC30-A24C-A6C5-01B20436753E}"/>
              </a:ext>
            </a:extLst>
          </p:cNvPr>
          <p:cNvSpPr>
            <a:spLocks noGrp="1"/>
          </p:cNvSpPr>
          <p:nvPr>
            <p:ph type="dt" sz="half" idx="10"/>
          </p:nvPr>
        </p:nvSpPr>
        <p:spPr/>
        <p:txBody>
          <a:bodyPr/>
          <a:lstStyle/>
          <a:p>
            <a:fld id="{844FF3FE-30BE-2040-9151-6FBC4992BF4F}" type="datetime1">
              <a:rPr lang="fi-FI" smtClean="0"/>
              <a:t>12.2.2026</a:t>
            </a:fld>
            <a:endParaRPr lang="en-GB" dirty="0"/>
          </a:p>
        </p:txBody>
      </p:sp>
      <p:sp>
        <p:nvSpPr>
          <p:cNvPr id="8" name="Footer Placeholder 7">
            <a:extLst>
              <a:ext uri="{FF2B5EF4-FFF2-40B4-BE49-F238E27FC236}">
                <a16:creationId xmlns:a16="http://schemas.microsoft.com/office/drawing/2014/main" id="{10548CD3-7FE6-7241-984C-E2104526FB51}"/>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82855EF8-B435-1E4D-A91A-7793311ABCE7}"/>
              </a:ext>
            </a:extLst>
          </p:cNvPr>
          <p:cNvSpPr>
            <a:spLocks noGrp="1"/>
          </p:cNvSpPr>
          <p:nvPr>
            <p:ph type="sldNum" sz="quarter" idx="12"/>
          </p:nvPr>
        </p:nvSpPr>
        <p:spPr/>
        <p:txBody>
          <a:bodyPr/>
          <a:lstStyle/>
          <a:p>
            <a:fld id="{76BAB7ED-EDE9-4D4B-9A2D-30E18C47C16E}" type="slidenum">
              <a:rPr lang="en-GB" smtClean="0"/>
              <a:t>‹#›</a:t>
            </a:fld>
            <a:endParaRPr lang="en-GB" dirty="0"/>
          </a:p>
        </p:txBody>
      </p:sp>
    </p:spTree>
    <p:extLst>
      <p:ext uri="{BB962C8B-B14F-4D97-AF65-F5344CB8AC3E}">
        <p14:creationId xmlns:p14="http://schemas.microsoft.com/office/powerpoint/2010/main" val="824761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802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863482-3E3E-724A-87A8-CA82245B73AB}"/>
              </a:ext>
            </a:extLst>
          </p:cNvPr>
          <p:cNvSpPr>
            <a:spLocks noGrp="1"/>
          </p:cNvSpPr>
          <p:nvPr>
            <p:ph type="title"/>
          </p:nvPr>
        </p:nvSpPr>
        <p:spPr>
          <a:xfrm>
            <a:off x="550863" y="549275"/>
            <a:ext cx="11125200" cy="1223963"/>
          </a:xfrm>
          <a:prstGeom prst="rect">
            <a:avLst/>
          </a:prstGeom>
        </p:spPr>
        <p:txBody>
          <a:bodyPr vert="horz" lIns="0" tIns="0" rIns="0" bIns="36000" rtlCol="0" anchor="t" anchorCtr="0">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9EDC45BB-E865-604D-BAD8-9A4AAA649D6B}"/>
              </a:ext>
            </a:extLst>
          </p:cNvPr>
          <p:cNvSpPr>
            <a:spLocks noGrp="1"/>
          </p:cNvSpPr>
          <p:nvPr>
            <p:ph type="body" idx="1"/>
          </p:nvPr>
        </p:nvSpPr>
        <p:spPr>
          <a:xfrm>
            <a:off x="550863" y="1773238"/>
            <a:ext cx="11125200" cy="4140200"/>
          </a:xfrm>
          <a:prstGeom prst="rect">
            <a:avLst/>
          </a:prstGeom>
        </p:spPr>
        <p:txBody>
          <a:bodyPr vert="horz" lIns="0" tIns="0" rIns="0" bIns="36000" numCol="2" spcCol="360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Rectangle 6">
            <a:extLst>
              <a:ext uri="{FF2B5EF4-FFF2-40B4-BE49-F238E27FC236}">
                <a16:creationId xmlns:a16="http://schemas.microsoft.com/office/drawing/2014/main" id="{EFBB03F7-6D8B-994F-B00B-57FCFD1550EE}"/>
              </a:ext>
            </a:extLst>
          </p:cNvPr>
          <p:cNvSpPr/>
          <p:nvPr userDrawn="1"/>
        </p:nvSpPr>
        <p:spPr>
          <a:xfrm>
            <a:off x="0" y="6136545"/>
            <a:ext cx="12192000" cy="7214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Date Placeholder 3">
            <a:extLst>
              <a:ext uri="{FF2B5EF4-FFF2-40B4-BE49-F238E27FC236}">
                <a16:creationId xmlns:a16="http://schemas.microsoft.com/office/drawing/2014/main" id="{883BC0EF-580B-7B4D-8051-A442671FEF03}"/>
              </a:ext>
            </a:extLst>
          </p:cNvPr>
          <p:cNvSpPr>
            <a:spLocks noGrp="1"/>
          </p:cNvSpPr>
          <p:nvPr>
            <p:ph type="dt" sz="half" idx="2"/>
          </p:nvPr>
        </p:nvSpPr>
        <p:spPr>
          <a:xfrm>
            <a:off x="550863" y="6288437"/>
            <a:ext cx="1864203" cy="365125"/>
          </a:xfrm>
          <a:prstGeom prst="rect">
            <a:avLst/>
          </a:prstGeom>
        </p:spPr>
        <p:txBody>
          <a:bodyPr vert="horz" lIns="0" tIns="0" rIns="0" bIns="0" rtlCol="0" anchor="b" anchorCtr="0">
            <a:normAutofit/>
          </a:bodyPr>
          <a:lstStyle>
            <a:lvl1pPr algn="l">
              <a:defRPr sz="1000">
                <a:solidFill>
                  <a:schemeClr val="accent2"/>
                </a:solidFill>
              </a:defRPr>
            </a:lvl1pPr>
          </a:lstStyle>
          <a:p>
            <a:fld id="{45F98643-D206-614D-B596-3C8548138211}" type="datetime1">
              <a:rPr lang="fi-FI" smtClean="0"/>
              <a:t>12.2.2026</a:t>
            </a:fld>
            <a:endParaRPr lang="en-GB" dirty="0"/>
          </a:p>
        </p:txBody>
      </p:sp>
      <p:sp>
        <p:nvSpPr>
          <p:cNvPr id="5" name="Footer Placeholder 4">
            <a:extLst>
              <a:ext uri="{FF2B5EF4-FFF2-40B4-BE49-F238E27FC236}">
                <a16:creationId xmlns:a16="http://schemas.microsoft.com/office/drawing/2014/main" id="{71EAB0CA-CA1F-FC45-B0C9-FA79FC6B520A}"/>
              </a:ext>
            </a:extLst>
          </p:cNvPr>
          <p:cNvSpPr>
            <a:spLocks noGrp="1"/>
          </p:cNvSpPr>
          <p:nvPr>
            <p:ph type="ftr" sz="quarter" idx="3"/>
          </p:nvPr>
        </p:nvSpPr>
        <p:spPr>
          <a:xfrm>
            <a:off x="2415066" y="6288437"/>
            <a:ext cx="7359718" cy="365125"/>
          </a:xfrm>
          <a:prstGeom prst="rect">
            <a:avLst/>
          </a:prstGeom>
        </p:spPr>
        <p:txBody>
          <a:bodyPr vert="horz" lIns="0" tIns="0" rIns="0" bIns="0" rtlCol="0" anchor="b" anchorCtr="0">
            <a:normAutofit/>
          </a:bodyPr>
          <a:lstStyle>
            <a:lvl1pPr algn="ctr">
              <a:defRPr sz="1000">
                <a:solidFill>
                  <a:schemeClr val="accent2"/>
                </a:solidFill>
              </a:defRPr>
            </a:lvl1pPr>
          </a:lstStyle>
          <a:p>
            <a:endParaRPr lang="en-GB" dirty="0">
              <a:solidFill>
                <a:schemeClr val="accent2"/>
              </a:solidFill>
            </a:endParaRPr>
          </a:p>
        </p:txBody>
      </p:sp>
      <p:pic>
        <p:nvPicPr>
          <p:cNvPr id="8" name="Picture 7" descr="A picture containing drawing&#10;&#10;Description automatically generated">
            <a:extLst>
              <a:ext uri="{FF2B5EF4-FFF2-40B4-BE49-F238E27FC236}">
                <a16:creationId xmlns:a16="http://schemas.microsoft.com/office/drawing/2014/main" id="{B037C8E5-D5A4-4544-8E1A-4F9421027EF5}"/>
              </a:ext>
            </a:extLst>
          </p:cNvPr>
          <p:cNvPicPr>
            <a:picLocks noChangeAspect="1"/>
          </p:cNvPicPr>
          <p:nvPr userDrawn="1"/>
        </p:nvPicPr>
        <p:blipFill rotWithShape="1">
          <a:blip r:embed="rId16"/>
          <a:srcRect t="16005" b="22114"/>
          <a:stretch/>
        </p:blipFill>
        <p:spPr>
          <a:xfrm>
            <a:off x="9774784" y="6136545"/>
            <a:ext cx="1295400" cy="721455"/>
          </a:xfrm>
          <a:prstGeom prst="rect">
            <a:avLst/>
          </a:prstGeom>
        </p:spPr>
      </p:pic>
      <p:sp>
        <p:nvSpPr>
          <p:cNvPr id="6" name="Slide Number Placeholder 5">
            <a:extLst>
              <a:ext uri="{FF2B5EF4-FFF2-40B4-BE49-F238E27FC236}">
                <a16:creationId xmlns:a16="http://schemas.microsoft.com/office/drawing/2014/main" id="{0FA3BE1B-B189-8D41-8637-DAFFE0A4FFC7}"/>
              </a:ext>
            </a:extLst>
          </p:cNvPr>
          <p:cNvSpPr>
            <a:spLocks noGrp="1"/>
          </p:cNvSpPr>
          <p:nvPr>
            <p:ph type="sldNum" sz="quarter" idx="4"/>
          </p:nvPr>
        </p:nvSpPr>
        <p:spPr>
          <a:xfrm>
            <a:off x="8581759" y="6288437"/>
            <a:ext cx="3094304" cy="365125"/>
          </a:xfrm>
          <a:prstGeom prst="rect">
            <a:avLst/>
          </a:prstGeom>
        </p:spPr>
        <p:txBody>
          <a:bodyPr vert="horz" lIns="0" tIns="0" rIns="0" bIns="0" rtlCol="0" anchor="b" anchorCtr="0">
            <a:normAutofit/>
          </a:bodyPr>
          <a:lstStyle>
            <a:lvl1pPr algn="r">
              <a:defRPr sz="1000">
                <a:solidFill>
                  <a:schemeClr val="accent2"/>
                </a:solidFill>
              </a:defRPr>
            </a:lvl1pPr>
          </a:lstStyle>
          <a:p>
            <a:fld id="{76BAB7ED-EDE9-4D4B-9A2D-30E18C47C16E}" type="slidenum">
              <a:rPr lang="en-GB" smtClean="0"/>
              <a:pPr/>
              <a:t>‹#›</a:t>
            </a:fld>
            <a:endParaRPr lang="en-GB" dirty="0"/>
          </a:p>
        </p:txBody>
      </p:sp>
    </p:spTree>
    <p:extLst>
      <p:ext uri="{BB962C8B-B14F-4D97-AF65-F5344CB8AC3E}">
        <p14:creationId xmlns:p14="http://schemas.microsoft.com/office/powerpoint/2010/main" val="143906766"/>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70" r:id="rId3"/>
    <p:sldLayoutId id="2147483653" r:id="rId4"/>
    <p:sldLayoutId id="2147483669" r:id="rId5"/>
    <p:sldLayoutId id="2147483662" r:id="rId6"/>
    <p:sldLayoutId id="2147483664" r:id="rId7"/>
    <p:sldLayoutId id="2147483665" r:id="rId8"/>
    <p:sldLayoutId id="2147483673" r:id="rId9"/>
    <p:sldLayoutId id="2147483667" r:id="rId10"/>
    <p:sldLayoutId id="2147483660" r:id="rId11"/>
    <p:sldLayoutId id="2147483661" r:id="rId12"/>
    <p:sldLayoutId id="2147483672" r:id="rId13"/>
    <p:sldLayoutId id="2147483657" r:id="rId14"/>
  </p:sldLayoutIdLst>
  <p:hf hdr="0"/>
  <p:txStyles>
    <p:titleStyle>
      <a:lvl1pPr algn="l" defTabSz="914400" rtl="0" eaLnBrk="1" latinLnBrk="0" hangingPunct="1">
        <a:lnSpc>
          <a:spcPts val="3900"/>
        </a:lnSpc>
        <a:spcBef>
          <a:spcPct val="0"/>
        </a:spcBef>
        <a:buNone/>
        <a:defRPr sz="3600" b="1" kern="1200">
          <a:solidFill>
            <a:schemeClr val="accent1"/>
          </a:solidFill>
          <a:latin typeface="+mj-lt"/>
          <a:ea typeface="+mj-ea"/>
          <a:cs typeface="+mj-cs"/>
        </a:defRPr>
      </a:lvl1pPr>
    </p:titleStyle>
    <p:bodyStyle>
      <a:lvl1pPr marL="216000" indent="-216000" algn="l" defTabSz="914400" rtl="0" eaLnBrk="1" latinLnBrk="0" hangingPunct="1">
        <a:lnSpc>
          <a:spcPts val="2200"/>
        </a:lnSpc>
        <a:spcBef>
          <a:spcPts val="800"/>
        </a:spcBef>
        <a:buClr>
          <a:schemeClr val="accent2"/>
        </a:buClr>
        <a:buFont typeface="Wingdings" pitchFamily="2" charset="2"/>
        <a:buChar char="§"/>
        <a:defRPr sz="1800" kern="1200">
          <a:solidFill>
            <a:schemeClr val="tx1"/>
          </a:solidFill>
          <a:latin typeface="+mn-lt"/>
          <a:ea typeface="+mn-ea"/>
          <a:cs typeface="+mn-cs"/>
        </a:defRPr>
      </a:lvl1pPr>
      <a:lvl2pPr marL="72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2pPr>
      <a:lvl3pPr marL="108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3pPr>
      <a:lvl4pPr marL="144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4pPr>
      <a:lvl5pPr marL="180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47" userDrawn="1">
          <p15:clr>
            <a:srgbClr val="F26B43"/>
          </p15:clr>
        </p15:guide>
        <p15:guide id="4" pos="7355" userDrawn="1">
          <p15:clr>
            <a:srgbClr val="F26B43"/>
          </p15:clr>
        </p15:guide>
        <p15:guide id="5" orient="horz" pos="346" userDrawn="1">
          <p15:clr>
            <a:srgbClr val="F26B43"/>
          </p15:clr>
        </p15:guide>
        <p15:guide id="6" orient="horz" pos="1117" userDrawn="1">
          <p15:clr>
            <a:srgbClr val="F26B43"/>
          </p15:clr>
        </p15:guide>
        <p15:guide id="7" orient="horz" pos="3725" userDrawn="1">
          <p15:clr>
            <a:srgbClr val="F26B43"/>
          </p15:clr>
        </p15:guide>
        <p15:guide id="8" orient="horz" pos="4178" userDrawn="1">
          <p15:clr>
            <a:srgbClr val="F26B43"/>
          </p15:clr>
        </p15:guide>
        <p15:guide id="9" pos="3727" userDrawn="1">
          <p15:clr>
            <a:srgbClr val="F26B43"/>
          </p15:clr>
        </p15:guide>
        <p15:guide id="10" pos="3953" userDrawn="1">
          <p15:clr>
            <a:srgbClr val="F26B43"/>
          </p15:clr>
        </p15:guide>
        <p15:guide id="11" pos="1912" userDrawn="1">
          <p15:clr>
            <a:srgbClr val="F26B43"/>
          </p15:clr>
        </p15:guide>
        <p15:guide id="12" pos="2139" userDrawn="1">
          <p15:clr>
            <a:srgbClr val="F26B43"/>
          </p15:clr>
        </p15:guide>
        <p15:guide id="13" pos="5541" userDrawn="1">
          <p15:clr>
            <a:srgbClr val="F26B43"/>
          </p15:clr>
        </p15:guide>
        <p15:guide id="14" pos="5768" userDrawn="1">
          <p15:clr>
            <a:srgbClr val="F26B43"/>
          </p15:clr>
        </p15:guide>
        <p15:guide id="15" pos="4067" userDrawn="1">
          <p15:clr>
            <a:srgbClr val="F26B43"/>
          </p15:clr>
        </p15:guide>
        <p15:guide id="16" orient="horz" pos="3861" userDrawn="1">
          <p15:clr>
            <a:srgbClr val="F26B43"/>
          </p15:clr>
        </p15:guide>
        <p15:guide id="17" orient="horz" pos="1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088A5-A888-E24C-9E8C-131F880EED57}"/>
              </a:ext>
            </a:extLst>
          </p:cNvPr>
          <p:cNvSpPr>
            <a:spLocks noGrp="1"/>
          </p:cNvSpPr>
          <p:nvPr>
            <p:ph type="ctrTitle"/>
          </p:nvPr>
        </p:nvSpPr>
        <p:spPr/>
        <p:txBody>
          <a:bodyPr/>
          <a:lstStyle/>
          <a:p>
            <a:r>
              <a:rPr lang="en-GB" dirty="0"/>
              <a:t>Docker – bigger case example from real life</a:t>
            </a:r>
          </a:p>
        </p:txBody>
      </p:sp>
      <p:sp>
        <p:nvSpPr>
          <p:cNvPr id="3" name="Text Placeholder 2">
            <a:extLst>
              <a:ext uri="{FF2B5EF4-FFF2-40B4-BE49-F238E27FC236}">
                <a16:creationId xmlns:a16="http://schemas.microsoft.com/office/drawing/2014/main" id="{A0D3DE56-58EC-744D-BFE0-22D8C9079928}"/>
              </a:ext>
            </a:extLst>
          </p:cNvPr>
          <p:cNvSpPr>
            <a:spLocks noGrp="1"/>
          </p:cNvSpPr>
          <p:nvPr>
            <p:ph type="body" idx="1"/>
          </p:nvPr>
        </p:nvSpPr>
        <p:spPr/>
        <p:txBody>
          <a:bodyPr/>
          <a:lstStyle/>
          <a:p>
            <a:r>
              <a:rPr lang="en-GB" dirty="0"/>
              <a:t>Developing, continuous integration (CI) and continuous delivery (CD) </a:t>
            </a:r>
            <a:r>
              <a:rPr lang="en-GB" dirty="0">
                <a:solidFill>
                  <a:schemeClr val="tx1"/>
                </a:solidFill>
              </a:rPr>
              <a:t>of</a:t>
            </a:r>
            <a:r>
              <a:rPr lang="en-GB" dirty="0"/>
              <a:t> team developed software and other assets </a:t>
            </a:r>
            <a:r>
              <a:rPr lang="en-GB" dirty="0">
                <a:solidFill>
                  <a:schemeClr val="tx1"/>
                </a:solidFill>
              </a:rPr>
              <a:t>to</a:t>
            </a:r>
            <a:r>
              <a:rPr lang="en-GB" dirty="0"/>
              <a:t> running environment</a:t>
            </a:r>
          </a:p>
        </p:txBody>
      </p:sp>
      <p:sp>
        <p:nvSpPr>
          <p:cNvPr id="7" name="Date Placeholder 6">
            <a:extLst>
              <a:ext uri="{FF2B5EF4-FFF2-40B4-BE49-F238E27FC236}">
                <a16:creationId xmlns:a16="http://schemas.microsoft.com/office/drawing/2014/main" id="{38EDECD0-2225-B444-B642-3639BBB6B070}"/>
              </a:ext>
            </a:extLst>
          </p:cNvPr>
          <p:cNvSpPr>
            <a:spLocks noGrp="1"/>
          </p:cNvSpPr>
          <p:nvPr>
            <p:ph type="dt" sz="half" idx="10"/>
          </p:nvPr>
        </p:nvSpPr>
        <p:spPr/>
        <p:txBody>
          <a:bodyPr/>
          <a:lstStyle/>
          <a:p>
            <a:fld id="{30BF63A1-919F-FB49-ABA8-182126D24C50}" type="datetime1">
              <a:rPr lang="fi-FI" smtClean="0"/>
              <a:t>12.2.2026</a:t>
            </a:fld>
            <a:endParaRPr lang="en-GB" dirty="0"/>
          </a:p>
        </p:txBody>
      </p:sp>
      <p:sp>
        <p:nvSpPr>
          <p:cNvPr id="8" name="Footer Placeholder 7">
            <a:extLst>
              <a:ext uri="{FF2B5EF4-FFF2-40B4-BE49-F238E27FC236}">
                <a16:creationId xmlns:a16="http://schemas.microsoft.com/office/drawing/2014/main" id="{DF47D95D-9CDB-D744-A0C6-A352945F65AB}"/>
              </a:ext>
            </a:extLst>
          </p:cNvPr>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3436236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97044C3-CD23-D844-B780-26FABA91AD0F}"/>
              </a:ext>
            </a:extLst>
          </p:cNvPr>
          <p:cNvSpPr>
            <a:spLocks noGrp="1"/>
          </p:cNvSpPr>
          <p:nvPr>
            <p:ph type="title"/>
          </p:nvPr>
        </p:nvSpPr>
        <p:spPr/>
        <p:txBody>
          <a:bodyPr/>
          <a:lstStyle/>
          <a:p>
            <a:r>
              <a:rPr lang="fi-FI" dirty="0" err="1"/>
              <a:t>DevOps</a:t>
            </a:r>
            <a:r>
              <a:rPr lang="fi-FI" dirty="0"/>
              <a:t> </a:t>
            </a:r>
            <a:r>
              <a:rPr lang="fi-FI" dirty="0" err="1"/>
              <a:t>principle</a:t>
            </a:r>
            <a:r>
              <a:rPr lang="fi-FI" dirty="0"/>
              <a:t> image</a:t>
            </a:r>
          </a:p>
        </p:txBody>
      </p:sp>
      <p:sp>
        <p:nvSpPr>
          <p:cNvPr id="9" name="Content Placeholder 8">
            <a:extLst>
              <a:ext uri="{FF2B5EF4-FFF2-40B4-BE49-F238E27FC236}">
                <a16:creationId xmlns:a16="http://schemas.microsoft.com/office/drawing/2014/main" id="{ACDE61D8-A75A-F94B-B57A-46F276C03311}"/>
              </a:ext>
            </a:extLst>
          </p:cNvPr>
          <p:cNvSpPr>
            <a:spLocks noGrp="1"/>
          </p:cNvSpPr>
          <p:nvPr>
            <p:ph sz="half" idx="2"/>
          </p:nvPr>
        </p:nvSpPr>
        <p:spPr/>
        <p:txBody>
          <a:bodyPr>
            <a:normAutofit/>
          </a:bodyPr>
          <a:lstStyle/>
          <a:p>
            <a:pPr>
              <a:lnSpc>
                <a:spcPct val="107000"/>
              </a:lnSpc>
              <a:spcAft>
                <a:spcPts val="800"/>
              </a:spcAft>
            </a:pPr>
            <a:r>
              <a:rPr lang="en-US" dirty="0"/>
              <a:t>The following image depicts one kind of DevOps situation and needs. A normal project where we have been developing a full-stack application (frontend, backend, database) for a customer. </a:t>
            </a:r>
          </a:p>
          <a:p>
            <a:pPr>
              <a:lnSpc>
                <a:spcPct val="107000"/>
              </a:lnSpc>
              <a:spcAft>
                <a:spcPts val="800"/>
              </a:spcAft>
            </a:pPr>
            <a:r>
              <a:rPr lang="en-US" dirty="0"/>
              <a:t>Without a good DevOps process there would be a lot of 'manual' tool and server installation, code/assets/binaries updating, configuration and deployment.</a:t>
            </a:r>
          </a:p>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And pote</a:t>
            </a:r>
            <a:r>
              <a:rPr lang="en-US" dirty="0">
                <a:latin typeface="Calibri" panose="020F0502020204030204" pitchFamily="34" charset="0"/>
                <a:ea typeface="Calibri" panose="020F0502020204030204" pitchFamily="34" charset="0"/>
                <a:cs typeface="Times New Roman" panose="02020603050405020304" pitchFamily="18" charset="0"/>
              </a:rPr>
              <a:t>ntially also problems with software versions etc.</a:t>
            </a:r>
            <a:endParaRPr lang="fi-FI"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76244E2-AA76-2742-B2EC-FEC79276155C}"/>
              </a:ext>
            </a:extLst>
          </p:cNvPr>
          <p:cNvSpPr>
            <a:spLocks noGrp="1"/>
          </p:cNvSpPr>
          <p:nvPr>
            <p:ph type="dt" sz="half" idx="10"/>
          </p:nvPr>
        </p:nvSpPr>
        <p:spPr/>
        <p:txBody>
          <a:bodyPr/>
          <a:lstStyle/>
          <a:p>
            <a:fld id="{202E1EC2-47B8-044B-A09E-6A63B4D80C87}" type="datetime1">
              <a:rPr lang="fi-FI" smtClean="0"/>
              <a:t>12.2.2026</a:t>
            </a:fld>
            <a:endParaRPr lang="en-GB"/>
          </a:p>
        </p:txBody>
      </p:sp>
      <p:sp>
        <p:nvSpPr>
          <p:cNvPr id="6" name="Footer Placeholder 5">
            <a:extLst>
              <a:ext uri="{FF2B5EF4-FFF2-40B4-BE49-F238E27FC236}">
                <a16:creationId xmlns:a16="http://schemas.microsoft.com/office/drawing/2014/main" id="{588CE607-4137-8840-8FEA-42EAC857E3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133A96-6C73-0844-B8CB-27C2B5F4CFB1}"/>
              </a:ext>
            </a:extLst>
          </p:cNvPr>
          <p:cNvSpPr>
            <a:spLocks noGrp="1"/>
          </p:cNvSpPr>
          <p:nvPr>
            <p:ph type="sldNum" sz="quarter" idx="12"/>
          </p:nvPr>
        </p:nvSpPr>
        <p:spPr/>
        <p:txBody>
          <a:bodyPr/>
          <a:lstStyle/>
          <a:p>
            <a:fld id="{76BAB7ED-EDE9-4D4B-9A2D-30E18C47C16E}" type="slidenum">
              <a:rPr lang="en-GB" smtClean="0"/>
              <a:t>2</a:t>
            </a:fld>
            <a:endParaRPr lang="en-GB"/>
          </a:p>
        </p:txBody>
      </p:sp>
    </p:spTree>
    <p:extLst>
      <p:ext uri="{BB962C8B-B14F-4D97-AF65-F5344CB8AC3E}">
        <p14:creationId xmlns:p14="http://schemas.microsoft.com/office/powerpoint/2010/main" val="1005799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76244E2-AA76-2742-B2EC-FEC79276155C}"/>
              </a:ext>
            </a:extLst>
          </p:cNvPr>
          <p:cNvSpPr>
            <a:spLocks noGrp="1"/>
          </p:cNvSpPr>
          <p:nvPr>
            <p:ph type="dt" sz="half" idx="10"/>
          </p:nvPr>
        </p:nvSpPr>
        <p:spPr/>
        <p:txBody>
          <a:bodyPr/>
          <a:lstStyle/>
          <a:p>
            <a:fld id="{202E1EC2-47B8-044B-A09E-6A63B4D80C87}" type="datetime1">
              <a:rPr lang="fi-FI" smtClean="0"/>
              <a:t>12.2.2026</a:t>
            </a:fld>
            <a:endParaRPr lang="en-GB"/>
          </a:p>
        </p:txBody>
      </p:sp>
      <p:sp>
        <p:nvSpPr>
          <p:cNvPr id="6" name="Footer Placeholder 5">
            <a:extLst>
              <a:ext uri="{FF2B5EF4-FFF2-40B4-BE49-F238E27FC236}">
                <a16:creationId xmlns:a16="http://schemas.microsoft.com/office/drawing/2014/main" id="{588CE607-4137-8840-8FEA-42EAC857E3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133A96-6C73-0844-B8CB-27C2B5F4CFB1}"/>
              </a:ext>
            </a:extLst>
          </p:cNvPr>
          <p:cNvSpPr>
            <a:spLocks noGrp="1"/>
          </p:cNvSpPr>
          <p:nvPr>
            <p:ph type="sldNum" sz="quarter" idx="12"/>
          </p:nvPr>
        </p:nvSpPr>
        <p:spPr/>
        <p:txBody>
          <a:bodyPr/>
          <a:lstStyle/>
          <a:p>
            <a:fld id="{76BAB7ED-EDE9-4D4B-9A2D-30E18C47C16E}" type="slidenum">
              <a:rPr lang="en-GB" smtClean="0"/>
              <a:t>3</a:t>
            </a:fld>
            <a:endParaRPr lang="en-GB"/>
          </a:p>
        </p:txBody>
      </p:sp>
      <p:sp>
        <p:nvSpPr>
          <p:cNvPr id="12" name="TextBox 11">
            <a:extLst>
              <a:ext uri="{FF2B5EF4-FFF2-40B4-BE49-F238E27FC236}">
                <a16:creationId xmlns:a16="http://schemas.microsoft.com/office/drawing/2014/main" id="{F0D4A13E-38B2-3A6D-D16C-478F80E239C4}"/>
              </a:ext>
            </a:extLst>
          </p:cNvPr>
          <p:cNvSpPr txBox="1"/>
          <p:nvPr/>
        </p:nvSpPr>
        <p:spPr>
          <a:xfrm>
            <a:off x="473886" y="266648"/>
            <a:ext cx="2018156" cy="1200329"/>
          </a:xfrm>
          <a:prstGeom prst="rect">
            <a:avLst/>
          </a:prstGeom>
          <a:noFill/>
        </p:spPr>
        <p:txBody>
          <a:bodyPr wrap="square">
            <a:spAutoFit/>
          </a:bodyPr>
          <a:lstStyle/>
          <a:p>
            <a:r>
              <a:rPr kumimoji="0" lang="fi-FI" sz="3600" b="1" i="0" u="none" strike="noStrike" kern="1200" cap="none" spc="0" normalizeH="0" baseline="0" noProof="0" dirty="0" err="1">
                <a:ln>
                  <a:noFill/>
                </a:ln>
                <a:solidFill>
                  <a:srgbClr val="0079C2"/>
                </a:solidFill>
                <a:effectLst/>
                <a:uLnTx/>
                <a:uFillTx/>
                <a:latin typeface="Arial" panose="020B0604020202020204"/>
                <a:ea typeface="+mj-ea"/>
                <a:cs typeface="+mj-cs"/>
              </a:rPr>
              <a:t>DevOps</a:t>
            </a:r>
            <a:endParaRPr kumimoji="0" lang="fi-FI" sz="3600" b="1" i="0" u="none" strike="noStrike" kern="1200" cap="none" spc="0" normalizeH="0" baseline="0" noProof="0" dirty="0">
              <a:ln>
                <a:noFill/>
              </a:ln>
              <a:solidFill>
                <a:srgbClr val="0079C2"/>
              </a:solidFill>
              <a:effectLst/>
              <a:uLnTx/>
              <a:uFillTx/>
              <a:latin typeface="Arial" panose="020B0604020202020204"/>
              <a:ea typeface="+mj-ea"/>
              <a:cs typeface="+mj-cs"/>
            </a:endParaRPr>
          </a:p>
          <a:p>
            <a:r>
              <a:rPr lang="fi-FI" sz="3600" b="1" dirty="0" err="1">
                <a:solidFill>
                  <a:srgbClr val="0079C2"/>
                </a:solidFill>
                <a:latin typeface="Arial" panose="020B0604020202020204"/>
                <a:ea typeface="+mj-ea"/>
                <a:cs typeface="+mj-cs"/>
              </a:rPr>
              <a:t>example</a:t>
            </a:r>
            <a:endParaRPr lang="fi-FI" dirty="0"/>
          </a:p>
        </p:txBody>
      </p:sp>
      <p:sp>
        <p:nvSpPr>
          <p:cNvPr id="14" name="TextBox 13">
            <a:extLst>
              <a:ext uri="{FF2B5EF4-FFF2-40B4-BE49-F238E27FC236}">
                <a16:creationId xmlns:a16="http://schemas.microsoft.com/office/drawing/2014/main" id="{BBBA50B7-E6C4-D599-2EF9-807693D47302}"/>
              </a:ext>
            </a:extLst>
          </p:cNvPr>
          <p:cNvSpPr txBox="1"/>
          <p:nvPr/>
        </p:nvSpPr>
        <p:spPr>
          <a:xfrm>
            <a:off x="473886" y="1885962"/>
            <a:ext cx="2018156" cy="2350580"/>
          </a:xfrm>
          <a:prstGeom prst="rect">
            <a:avLst/>
          </a:prstGeom>
          <a:noFill/>
        </p:spPr>
        <p:txBody>
          <a:bodyPr wrap="square">
            <a:spAutoFit/>
          </a:bodyPr>
          <a:lstStyle/>
          <a:p>
            <a:pPr marL="216000" marR="0" lvl="0" indent="-216000" algn="l" defTabSz="914400" rtl="0" eaLnBrk="1" fontAlgn="auto" latinLnBrk="0" hangingPunct="1">
              <a:lnSpc>
                <a:spcPct val="107000"/>
              </a:lnSpc>
              <a:spcBef>
                <a:spcPts val="800"/>
              </a:spcBef>
              <a:spcAft>
                <a:spcPts val="800"/>
              </a:spcAft>
              <a:buClr>
                <a:srgbClr val="8BADDC"/>
              </a:buClr>
              <a:buSzTx/>
              <a:buFont typeface="Wingdings" pitchFamily="2" charset="2"/>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What benefits you see with this kind of approach?</a:t>
            </a:r>
          </a:p>
          <a:p>
            <a:pPr marL="216000" marR="0" lvl="0" indent="-216000" algn="l" defTabSz="914400" rtl="0" eaLnBrk="1" fontAlgn="auto" latinLnBrk="0" hangingPunct="1">
              <a:lnSpc>
                <a:spcPct val="107000"/>
              </a:lnSpc>
              <a:spcBef>
                <a:spcPts val="800"/>
              </a:spcBef>
              <a:spcAft>
                <a:spcPts val="800"/>
              </a:spcAft>
              <a:buClr>
                <a:srgbClr val="8BADDC"/>
              </a:buClr>
              <a:buSzTx/>
              <a:buFont typeface="Wingdings" pitchFamily="2" charset="2"/>
              <a:buChar char="§"/>
              <a:tabLst/>
              <a:defRPr/>
            </a:pPr>
            <a:r>
              <a:rPr lang="en-US" dirty="0">
                <a:solidFill>
                  <a:srgbClr val="000000"/>
                </a:solidFill>
                <a:latin typeface="Arial" panose="020B0604020202020204"/>
              </a:rPr>
              <a:t>What skills you’ll need to learn?</a:t>
            </a:r>
            <a:r>
              <a:rPr lang="en-US" dirty="0"/>
              <a:t> </a:t>
            </a:r>
            <a:endParaRPr lang="fi-FI" dirty="0"/>
          </a:p>
        </p:txBody>
      </p:sp>
      <p:pic>
        <p:nvPicPr>
          <p:cNvPr id="3" name="Picture 2">
            <a:extLst>
              <a:ext uri="{FF2B5EF4-FFF2-40B4-BE49-F238E27FC236}">
                <a16:creationId xmlns:a16="http://schemas.microsoft.com/office/drawing/2014/main" id="{9A93DDBB-F29B-D182-C93C-BCFB932BAD0B}"/>
              </a:ext>
            </a:extLst>
          </p:cNvPr>
          <p:cNvPicPr>
            <a:picLocks noChangeAspect="1"/>
          </p:cNvPicPr>
          <p:nvPr/>
        </p:nvPicPr>
        <p:blipFill>
          <a:blip r:embed="rId2"/>
          <a:stretch>
            <a:fillRect/>
          </a:stretch>
        </p:blipFill>
        <p:spPr>
          <a:xfrm>
            <a:off x="3266364" y="45493"/>
            <a:ext cx="8925636" cy="6027762"/>
          </a:xfrm>
          <a:prstGeom prst="rect">
            <a:avLst/>
          </a:prstGeom>
        </p:spPr>
      </p:pic>
    </p:spTree>
    <p:extLst>
      <p:ext uri="{BB962C8B-B14F-4D97-AF65-F5344CB8AC3E}">
        <p14:creationId xmlns:p14="http://schemas.microsoft.com/office/powerpoint/2010/main" val="1725265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97044C3-CD23-D844-B780-26FABA91AD0F}"/>
              </a:ext>
            </a:extLst>
          </p:cNvPr>
          <p:cNvSpPr>
            <a:spLocks noGrp="1"/>
          </p:cNvSpPr>
          <p:nvPr>
            <p:ph type="title"/>
          </p:nvPr>
        </p:nvSpPr>
        <p:spPr/>
        <p:txBody>
          <a:bodyPr/>
          <a:lstStyle/>
          <a:p>
            <a:r>
              <a:rPr lang="fi-FI" dirty="0" err="1"/>
              <a:t>Task</a:t>
            </a:r>
            <a:r>
              <a:rPr lang="fi-FI" dirty="0"/>
              <a:t> – </a:t>
            </a:r>
            <a:r>
              <a:rPr lang="fi-FI" dirty="0" err="1"/>
              <a:t>Consider</a:t>
            </a:r>
            <a:r>
              <a:rPr lang="fi-FI" dirty="0"/>
              <a:t> </a:t>
            </a:r>
            <a:r>
              <a:rPr lang="fi-FI" dirty="0" err="1"/>
              <a:t>how</a:t>
            </a:r>
            <a:r>
              <a:rPr lang="fi-FI" dirty="0"/>
              <a:t> </a:t>
            </a:r>
            <a:r>
              <a:rPr lang="fi-FI" dirty="0" err="1"/>
              <a:t>DevOps</a:t>
            </a:r>
            <a:r>
              <a:rPr lang="fi-FI" dirty="0"/>
              <a:t> </a:t>
            </a:r>
            <a:r>
              <a:rPr lang="fi-FI" dirty="0" err="1"/>
              <a:t>scripting</a:t>
            </a:r>
            <a:r>
              <a:rPr lang="fi-FI" dirty="0"/>
              <a:t> </a:t>
            </a:r>
            <a:r>
              <a:rPr lang="fi-FI" dirty="0" err="1"/>
              <a:t>could</a:t>
            </a:r>
            <a:r>
              <a:rPr lang="fi-FI" dirty="0"/>
              <a:t> help</a:t>
            </a:r>
          </a:p>
        </p:txBody>
      </p:sp>
      <p:sp>
        <p:nvSpPr>
          <p:cNvPr id="9" name="Content Placeholder 8">
            <a:extLst>
              <a:ext uri="{FF2B5EF4-FFF2-40B4-BE49-F238E27FC236}">
                <a16:creationId xmlns:a16="http://schemas.microsoft.com/office/drawing/2014/main" id="{ACDE61D8-A75A-F94B-B57A-46F276C03311}"/>
              </a:ext>
            </a:extLst>
          </p:cNvPr>
          <p:cNvSpPr>
            <a:spLocks noGrp="1"/>
          </p:cNvSpPr>
          <p:nvPr>
            <p:ph sz="half" idx="2"/>
          </p:nvPr>
        </p:nvSpPr>
        <p:spPr/>
        <p:txBody>
          <a:bodyPr>
            <a:normAutofit/>
          </a:bodyPr>
          <a:lstStyle/>
          <a:p>
            <a:pPr>
              <a:lnSpc>
                <a:spcPct val="107000"/>
              </a:lnSpc>
              <a:spcAft>
                <a:spcPts val="800"/>
              </a:spcAft>
            </a:pPr>
            <a:r>
              <a:rPr lang="en-US" dirty="0"/>
              <a:t>Think how much we could improve our work processes, products and speed, if building of all the items in the picture could be written </a:t>
            </a:r>
            <a:r>
              <a:rPr lang="en-US" b="1" dirty="0"/>
              <a:t>in scripts</a:t>
            </a:r>
            <a:r>
              <a:rPr lang="en-US" dirty="0"/>
              <a:t>?</a:t>
            </a:r>
            <a:endParaRPr lang="fi-FI"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Date Placeholder 4">
            <a:extLst>
              <a:ext uri="{FF2B5EF4-FFF2-40B4-BE49-F238E27FC236}">
                <a16:creationId xmlns:a16="http://schemas.microsoft.com/office/drawing/2014/main" id="{976244E2-AA76-2742-B2EC-FEC79276155C}"/>
              </a:ext>
            </a:extLst>
          </p:cNvPr>
          <p:cNvSpPr>
            <a:spLocks noGrp="1"/>
          </p:cNvSpPr>
          <p:nvPr>
            <p:ph type="dt" sz="half" idx="10"/>
          </p:nvPr>
        </p:nvSpPr>
        <p:spPr/>
        <p:txBody>
          <a:bodyPr/>
          <a:lstStyle/>
          <a:p>
            <a:fld id="{202E1EC2-47B8-044B-A09E-6A63B4D80C87}" type="datetime1">
              <a:rPr lang="fi-FI" smtClean="0"/>
              <a:t>12.2.2026</a:t>
            </a:fld>
            <a:endParaRPr lang="en-GB"/>
          </a:p>
        </p:txBody>
      </p:sp>
      <p:sp>
        <p:nvSpPr>
          <p:cNvPr id="6" name="Footer Placeholder 5">
            <a:extLst>
              <a:ext uri="{FF2B5EF4-FFF2-40B4-BE49-F238E27FC236}">
                <a16:creationId xmlns:a16="http://schemas.microsoft.com/office/drawing/2014/main" id="{588CE607-4137-8840-8FEA-42EAC857E3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133A96-6C73-0844-B8CB-27C2B5F4CFB1}"/>
              </a:ext>
            </a:extLst>
          </p:cNvPr>
          <p:cNvSpPr>
            <a:spLocks noGrp="1"/>
          </p:cNvSpPr>
          <p:nvPr>
            <p:ph type="sldNum" sz="quarter" idx="12"/>
          </p:nvPr>
        </p:nvSpPr>
        <p:spPr/>
        <p:txBody>
          <a:bodyPr/>
          <a:lstStyle/>
          <a:p>
            <a:fld id="{76BAB7ED-EDE9-4D4B-9A2D-30E18C47C16E}" type="slidenum">
              <a:rPr lang="en-GB" smtClean="0"/>
              <a:t>4</a:t>
            </a:fld>
            <a:endParaRPr lang="en-GB"/>
          </a:p>
        </p:txBody>
      </p:sp>
    </p:spTree>
    <p:extLst>
      <p:ext uri="{BB962C8B-B14F-4D97-AF65-F5344CB8AC3E}">
        <p14:creationId xmlns:p14="http://schemas.microsoft.com/office/powerpoint/2010/main" val="597476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97044C3-CD23-D844-B780-26FABA91AD0F}"/>
              </a:ext>
            </a:extLst>
          </p:cNvPr>
          <p:cNvSpPr>
            <a:spLocks noGrp="1"/>
          </p:cNvSpPr>
          <p:nvPr>
            <p:ph type="title"/>
          </p:nvPr>
        </p:nvSpPr>
        <p:spPr/>
        <p:txBody>
          <a:bodyPr/>
          <a:lstStyle/>
          <a:p>
            <a:r>
              <a:rPr lang="fi-FI" dirty="0" err="1"/>
              <a:t>Answers</a:t>
            </a:r>
            <a:r>
              <a:rPr lang="fi-FI" dirty="0"/>
              <a:t> 1/2 – </a:t>
            </a:r>
            <a:r>
              <a:rPr lang="fi-FI" dirty="0" err="1"/>
              <a:t>The</a:t>
            </a:r>
            <a:r>
              <a:rPr lang="fi-FI" dirty="0"/>
              <a:t> </a:t>
            </a:r>
            <a:r>
              <a:rPr lang="fi-FI" dirty="0" err="1"/>
              <a:t>DevOps</a:t>
            </a:r>
            <a:r>
              <a:rPr lang="fi-FI" dirty="0"/>
              <a:t> </a:t>
            </a:r>
            <a:r>
              <a:rPr lang="fi-FI" dirty="0" err="1"/>
              <a:t>scripting</a:t>
            </a:r>
            <a:r>
              <a:rPr lang="fi-FI" dirty="0"/>
              <a:t> </a:t>
            </a:r>
            <a:r>
              <a:rPr lang="fi-FI" dirty="0" err="1"/>
              <a:t>could</a:t>
            </a:r>
            <a:r>
              <a:rPr lang="fi-FI" dirty="0"/>
              <a:t> …</a:t>
            </a:r>
          </a:p>
        </p:txBody>
      </p:sp>
      <p:sp>
        <p:nvSpPr>
          <p:cNvPr id="9" name="Content Placeholder 8">
            <a:extLst>
              <a:ext uri="{FF2B5EF4-FFF2-40B4-BE49-F238E27FC236}">
                <a16:creationId xmlns:a16="http://schemas.microsoft.com/office/drawing/2014/main" id="{ACDE61D8-A75A-F94B-B57A-46F276C03311}"/>
              </a:ext>
            </a:extLst>
          </p:cNvPr>
          <p:cNvSpPr>
            <a:spLocks noGrp="1"/>
          </p:cNvSpPr>
          <p:nvPr>
            <p:ph sz="half" idx="2"/>
          </p:nvPr>
        </p:nvSpPr>
        <p:spPr/>
        <p:txBody>
          <a:bodyPr>
            <a:normAutofit/>
          </a:bodyPr>
          <a:lstStyle/>
          <a:p>
            <a:pPr rtl="0">
              <a:buFont typeface="Arial" panose="020B0604020202020204" pitchFamily="34" charset="0"/>
              <a:buChar char="•"/>
            </a:pPr>
            <a:r>
              <a:rPr lang="en-US" dirty="0"/>
              <a:t>save a lot of repetitive 'manual' work that is stressing, boring after Nth time doing same installation, and error-prone</a:t>
            </a:r>
          </a:p>
          <a:p>
            <a:pPr rtl="0">
              <a:buFont typeface="Arial" panose="020B0604020202020204" pitchFamily="34" charset="0"/>
              <a:buChar char="•"/>
            </a:pPr>
            <a:r>
              <a:rPr lang="en-US" dirty="0"/>
              <a:t>be triggered automatically when a new commit is made to main branch in GitHub. Or checked periodically e.g. with Linux </a:t>
            </a:r>
            <a:r>
              <a:rPr lang="en-US" i="1" dirty="0" err="1"/>
              <a:t>cron</a:t>
            </a:r>
            <a:r>
              <a:rPr lang="en-US" dirty="0"/>
              <a:t> timing command</a:t>
            </a:r>
          </a:p>
          <a:p>
            <a:pPr rtl="0">
              <a:buFont typeface="Arial" panose="020B0604020202020204" pitchFamily="34" charset="0"/>
              <a:buChar char="•"/>
            </a:pPr>
            <a:r>
              <a:rPr lang="en-US" dirty="0"/>
              <a:t>fetch always the latest versions of: 1. developers' work, 2. ready-made code libraries and 3. ready-made images for docker containers. (Well, if we want the latest version, e.g. while experimenting maybe)</a:t>
            </a:r>
          </a:p>
          <a:p>
            <a:pPr rtl="0">
              <a:buFont typeface="Arial" panose="020B0604020202020204" pitchFamily="34" charset="0"/>
              <a:buChar char="•"/>
            </a:pPr>
            <a:r>
              <a:rPr lang="en-US" dirty="0"/>
              <a:t>build the runnable versions for production environment (not just the development environment versions like e.g. with React web app development on laptop) and deliver them</a:t>
            </a:r>
          </a:p>
        </p:txBody>
      </p:sp>
      <p:sp>
        <p:nvSpPr>
          <p:cNvPr id="5" name="Date Placeholder 4">
            <a:extLst>
              <a:ext uri="{FF2B5EF4-FFF2-40B4-BE49-F238E27FC236}">
                <a16:creationId xmlns:a16="http://schemas.microsoft.com/office/drawing/2014/main" id="{976244E2-AA76-2742-B2EC-FEC79276155C}"/>
              </a:ext>
            </a:extLst>
          </p:cNvPr>
          <p:cNvSpPr>
            <a:spLocks noGrp="1"/>
          </p:cNvSpPr>
          <p:nvPr>
            <p:ph type="dt" sz="half" idx="10"/>
          </p:nvPr>
        </p:nvSpPr>
        <p:spPr/>
        <p:txBody>
          <a:bodyPr/>
          <a:lstStyle/>
          <a:p>
            <a:fld id="{202E1EC2-47B8-044B-A09E-6A63B4D80C87}" type="datetime1">
              <a:rPr lang="fi-FI" smtClean="0"/>
              <a:t>12.2.2026</a:t>
            </a:fld>
            <a:endParaRPr lang="en-GB"/>
          </a:p>
        </p:txBody>
      </p:sp>
      <p:sp>
        <p:nvSpPr>
          <p:cNvPr id="6" name="Footer Placeholder 5">
            <a:extLst>
              <a:ext uri="{FF2B5EF4-FFF2-40B4-BE49-F238E27FC236}">
                <a16:creationId xmlns:a16="http://schemas.microsoft.com/office/drawing/2014/main" id="{588CE607-4137-8840-8FEA-42EAC857E3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133A96-6C73-0844-B8CB-27C2B5F4CFB1}"/>
              </a:ext>
            </a:extLst>
          </p:cNvPr>
          <p:cNvSpPr>
            <a:spLocks noGrp="1"/>
          </p:cNvSpPr>
          <p:nvPr>
            <p:ph type="sldNum" sz="quarter" idx="12"/>
          </p:nvPr>
        </p:nvSpPr>
        <p:spPr/>
        <p:txBody>
          <a:bodyPr/>
          <a:lstStyle/>
          <a:p>
            <a:fld id="{76BAB7ED-EDE9-4D4B-9A2D-30E18C47C16E}" type="slidenum">
              <a:rPr lang="en-GB" smtClean="0"/>
              <a:t>5</a:t>
            </a:fld>
            <a:endParaRPr lang="en-GB"/>
          </a:p>
        </p:txBody>
      </p:sp>
    </p:spTree>
    <p:extLst>
      <p:ext uri="{BB962C8B-B14F-4D97-AF65-F5344CB8AC3E}">
        <p14:creationId xmlns:p14="http://schemas.microsoft.com/office/powerpoint/2010/main" val="1459179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97044C3-CD23-D844-B780-26FABA91AD0F}"/>
              </a:ext>
            </a:extLst>
          </p:cNvPr>
          <p:cNvSpPr>
            <a:spLocks noGrp="1"/>
          </p:cNvSpPr>
          <p:nvPr>
            <p:ph type="title"/>
          </p:nvPr>
        </p:nvSpPr>
        <p:spPr/>
        <p:txBody>
          <a:bodyPr/>
          <a:lstStyle/>
          <a:p>
            <a:r>
              <a:rPr lang="fi-FI" dirty="0" err="1"/>
              <a:t>Answers</a:t>
            </a:r>
            <a:r>
              <a:rPr lang="fi-FI" dirty="0"/>
              <a:t> 2/2 – </a:t>
            </a:r>
            <a:r>
              <a:rPr lang="fi-FI" dirty="0" err="1"/>
              <a:t>The</a:t>
            </a:r>
            <a:r>
              <a:rPr lang="fi-FI" dirty="0"/>
              <a:t> </a:t>
            </a:r>
            <a:r>
              <a:rPr lang="fi-FI" dirty="0" err="1"/>
              <a:t>DevOps</a:t>
            </a:r>
            <a:r>
              <a:rPr lang="fi-FI" dirty="0"/>
              <a:t> </a:t>
            </a:r>
            <a:r>
              <a:rPr lang="fi-FI" dirty="0" err="1"/>
              <a:t>scripting</a:t>
            </a:r>
            <a:r>
              <a:rPr lang="fi-FI" dirty="0"/>
              <a:t> </a:t>
            </a:r>
            <a:r>
              <a:rPr lang="fi-FI" dirty="0" err="1"/>
              <a:t>could</a:t>
            </a:r>
            <a:endParaRPr lang="fi-FI" dirty="0"/>
          </a:p>
        </p:txBody>
      </p:sp>
      <p:sp>
        <p:nvSpPr>
          <p:cNvPr id="9" name="Content Placeholder 8">
            <a:extLst>
              <a:ext uri="{FF2B5EF4-FFF2-40B4-BE49-F238E27FC236}">
                <a16:creationId xmlns:a16="http://schemas.microsoft.com/office/drawing/2014/main" id="{ACDE61D8-A75A-F94B-B57A-46F276C03311}"/>
              </a:ext>
            </a:extLst>
          </p:cNvPr>
          <p:cNvSpPr>
            <a:spLocks noGrp="1"/>
          </p:cNvSpPr>
          <p:nvPr>
            <p:ph sz="half" idx="2"/>
          </p:nvPr>
        </p:nvSpPr>
        <p:spPr/>
        <p:txBody>
          <a:bodyPr>
            <a:normAutofit/>
          </a:bodyPr>
          <a:lstStyle/>
          <a:p>
            <a:pPr rtl="0">
              <a:buFont typeface="Arial" panose="020B0604020202020204" pitchFamily="34" charset="0"/>
              <a:buChar char="•"/>
            </a:pPr>
            <a:r>
              <a:rPr lang="en-US" dirty="0"/>
              <a:t>Be used in building automated testing (and whole CI), or even for continuous delivery (CD) of the product to production environment</a:t>
            </a:r>
          </a:p>
          <a:p>
            <a:pPr rtl="0">
              <a:buFont typeface="Arial" panose="020B0604020202020204" pitchFamily="34" charset="0"/>
              <a:buChar char="•"/>
            </a:pPr>
            <a:r>
              <a:rPr lang="en-US" dirty="0"/>
              <a:t>Be improved continuously so that they would gradually automatize more and more with the DevOps</a:t>
            </a:r>
          </a:p>
          <a:p>
            <a:pPr rtl="0">
              <a:buFont typeface="Arial" panose="020B0604020202020204" pitchFamily="34" charset="0"/>
              <a:buChar char="•"/>
            </a:pPr>
            <a:r>
              <a:rPr lang="en-US" dirty="0"/>
              <a:t>Be used as basis for the DevOps in the next project for a new customer! Knowledge and many scripts can be reapplied to new projects. The core tools are open source and used by majority of the IT organizations.</a:t>
            </a:r>
          </a:p>
          <a:p>
            <a:pPr rtl="0">
              <a:buFont typeface="Arial" panose="020B0604020202020204" pitchFamily="34" charset="0"/>
              <a:buChar char="•"/>
            </a:pPr>
            <a:r>
              <a:rPr lang="en-US" dirty="0"/>
              <a:t>Allow moving the whole system easily to different OS or different version of the OS, as containers run on any machine with Docker installed, regardless of the host computer's software or libraries.</a:t>
            </a:r>
          </a:p>
        </p:txBody>
      </p:sp>
      <p:sp>
        <p:nvSpPr>
          <p:cNvPr id="5" name="Date Placeholder 4">
            <a:extLst>
              <a:ext uri="{FF2B5EF4-FFF2-40B4-BE49-F238E27FC236}">
                <a16:creationId xmlns:a16="http://schemas.microsoft.com/office/drawing/2014/main" id="{976244E2-AA76-2742-B2EC-FEC79276155C}"/>
              </a:ext>
            </a:extLst>
          </p:cNvPr>
          <p:cNvSpPr>
            <a:spLocks noGrp="1"/>
          </p:cNvSpPr>
          <p:nvPr>
            <p:ph type="dt" sz="half" idx="10"/>
          </p:nvPr>
        </p:nvSpPr>
        <p:spPr/>
        <p:txBody>
          <a:bodyPr/>
          <a:lstStyle/>
          <a:p>
            <a:fld id="{202E1EC2-47B8-044B-A09E-6A63B4D80C87}" type="datetime1">
              <a:rPr lang="fi-FI" smtClean="0"/>
              <a:t>12.2.2026</a:t>
            </a:fld>
            <a:endParaRPr lang="en-GB"/>
          </a:p>
        </p:txBody>
      </p:sp>
      <p:sp>
        <p:nvSpPr>
          <p:cNvPr id="6" name="Footer Placeholder 5">
            <a:extLst>
              <a:ext uri="{FF2B5EF4-FFF2-40B4-BE49-F238E27FC236}">
                <a16:creationId xmlns:a16="http://schemas.microsoft.com/office/drawing/2014/main" id="{588CE607-4137-8840-8FEA-42EAC857E3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133A96-6C73-0844-B8CB-27C2B5F4CFB1}"/>
              </a:ext>
            </a:extLst>
          </p:cNvPr>
          <p:cNvSpPr>
            <a:spLocks noGrp="1"/>
          </p:cNvSpPr>
          <p:nvPr>
            <p:ph type="sldNum" sz="quarter" idx="12"/>
          </p:nvPr>
        </p:nvSpPr>
        <p:spPr/>
        <p:txBody>
          <a:bodyPr/>
          <a:lstStyle/>
          <a:p>
            <a:fld id="{76BAB7ED-EDE9-4D4B-9A2D-30E18C47C16E}" type="slidenum">
              <a:rPr lang="en-GB" smtClean="0"/>
              <a:t>6</a:t>
            </a:fld>
            <a:endParaRPr lang="en-GB"/>
          </a:p>
        </p:txBody>
      </p:sp>
    </p:spTree>
    <p:extLst>
      <p:ext uri="{BB962C8B-B14F-4D97-AF65-F5344CB8AC3E}">
        <p14:creationId xmlns:p14="http://schemas.microsoft.com/office/powerpoint/2010/main" val="1016272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9202545-D26B-485C-9E25-62859E92ED89}"/>
              </a:ext>
            </a:extLst>
          </p:cNvPr>
          <p:cNvSpPr>
            <a:spLocks noGrp="1"/>
          </p:cNvSpPr>
          <p:nvPr>
            <p:ph type="title"/>
          </p:nvPr>
        </p:nvSpPr>
        <p:spPr/>
        <p:txBody>
          <a:bodyPr/>
          <a:lstStyle/>
          <a:p>
            <a:r>
              <a:rPr lang="fi-FI" dirty="0" err="1"/>
              <a:t>Enjoy</a:t>
            </a:r>
            <a:r>
              <a:rPr lang="fi-FI" dirty="0"/>
              <a:t>!</a:t>
            </a:r>
            <a:endParaRPr lang="LID4096" dirty="0"/>
          </a:p>
        </p:txBody>
      </p:sp>
      <p:sp>
        <p:nvSpPr>
          <p:cNvPr id="9" name="Text Placeholder 8">
            <a:extLst>
              <a:ext uri="{FF2B5EF4-FFF2-40B4-BE49-F238E27FC236}">
                <a16:creationId xmlns:a16="http://schemas.microsoft.com/office/drawing/2014/main" id="{B5958F18-B2CD-466B-9484-119914465620}"/>
              </a:ext>
            </a:extLst>
          </p:cNvPr>
          <p:cNvSpPr>
            <a:spLocks noGrp="1"/>
          </p:cNvSpPr>
          <p:nvPr>
            <p:ph type="body" idx="1"/>
          </p:nvPr>
        </p:nvSpPr>
        <p:spPr>
          <a:xfrm>
            <a:off x="6096000" y="4061598"/>
            <a:ext cx="5580062" cy="1672452"/>
          </a:xfrm>
        </p:spPr>
        <p:txBody>
          <a:bodyPr/>
          <a:lstStyle/>
          <a:p>
            <a:r>
              <a:rPr lang="fi-FI" dirty="0" err="1"/>
              <a:t>Docker</a:t>
            </a:r>
            <a:r>
              <a:rPr lang="fi-FI" dirty="0"/>
              <a:t> </a:t>
            </a:r>
            <a:r>
              <a:rPr lang="fi-FI" dirty="0" err="1"/>
              <a:t>might</a:t>
            </a:r>
            <a:r>
              <a:rPr lang="fi-FI" dirty="0"/>
              <a:t> </a:t>
            </a:r>
            <a:r>
              <a:rPr lang="fi-FI" dirty="0" err="1"/>
              <a:t>make</a:t>
            </a:r>
            <a:r>
              <a:rPr lang="fi-FI" dirty="0"/>
              <a:t> </a:t>
            </a:r>
            <a:r>
              <a:rPr lang="fi-FI" dirty="0" err="1"/>
              <a:t>your</a:t>
            </a:r>
            <a:r>
              <a:rPr lang="fi-FI" dirty="0"/>
              <a:t> life a </a:t>
            </a:r>
            <a:r>
              <a:rPr lang="fi-FI" dirty="0" err="1"/>
              <a:t>lot</a:t>
            </a:r>
            <a:r>
              <a:rPr lang="fi-FI" dirty="0"/>
              <a:t> </a:t>
            </a:r>
            <a:r>
              <a:rPr lang="fi-FI" dirty="0" err="1"/>
              <a:t>easier</a:t>
            </a:r>
            <a:r>
              <a:rPr lang="fi-FI" dirty="0"/>
              <a:t>, </a:t>
            </a:r>
            <a:r>
              <a:rPr lang="fi-FI" dirty="0" err="1"/>
              <a:t>after</a:t>
            </a:r>
            <a:r>
              <a:rPr lang="fi-FI" dirty="0"/>
              <a:t> </a:t>
            </a:r>
            <a:r>
              <a:rPr lang="fi-FI" dirty="0" err="1"/>
              <a:t>reasonable</a:t>
            </a:r>
            <a:r>
              <a:rPr lang="fi-FI" dirty="0"/>
              <a:t> </a:t>
            </a:r>
            <a:r>
              <a:rPr lang="fi-FI" dirty="0" err="1"/>
              <a:t>amount</a:t>
            </a:r>
            <a:r>
              <a:rPr lang="fi-FI"/>
              <a:t> of </a:t>
            </a:r>
            <a:r>
              <a:rPr lang="fi-FI" dirty="0" err="1"/>
              <a:t>invested</a:t>
            </a:r>
            <a:r>
              <a:rPr lang="fi-FI" dirty="0"/>
              <a:t> </a:t>
            </a:r>
            <a:r>
              <a:rPr lang="fi-FI" dirty="0" err="1"/>
              <a:t>time</a:t>
            </a:r>
            <a:r>
              <a:rPr lang="fi-FI" dirty="0"/>
              <a:t> and </a:t>
            </a:r>
            <a:r>
              <a:rPr lang="fi-FI" dirty="0" err="1"/>
              <a:t>effort</a:t>
            </a:r>
            <a:r>
              <a:rPr lang="fi-FI" dirty="0"/>
              <a:t>.</a:t>
            </a:r>
            <a:endParaRPr lang="LID4096" dirty="0"/>
          </a:p>
        </p:txBody>
      </p:sp>
      <p:sp>
        <p:nvSpPr>
          <p:cNvPr id="3" name="Date Placeholder 2">
            <a:extLst>
              <a:ext uri="{FF2B5EF4-FFF2-40B4-BE49-F238E27FC236}">
                <a16:creationId xmlns:a16="http://schemas.microsoft.com/office/drawing/2014/main" id="{1B360C12-A89E-4C4C-BD2F-3613A5008805}"/>
              </a:ext>
            </a:extLst>
          </p:cNvPr>
          <p:cNvSpPr>
            <a:spLocks noGrp="1"/>
          </p:cNvSpPr>
          <p:nvPr>
            <p:ph type="dt" sz="half" idx="10"/>
          </p:nvPr>
        </p:nvSpPr>
        <p:spPr/>
        <p:txBody>
          <a:bodyPr/>
          <a:lstStyle/>
          <a:p>
            <a:fld id="{7A2E22EC-FB8F-BE4C-8513-60D11DB7758C}" type="datetime1">
              <a:rPr lang="fi-FI" smtClean="0"/>
              <a:t>12.2.2026</a:t>
            </a:fld>
            <a:endParaRPr lang="en-GB"/>
          </a:p>
        </p:txBody>
      </p:sp>
      <p:sp>
        <p:nvSpPr>
          <p:cNvPr id="4" name="Footer Placeholder 3">
            <a:extLst>
              <a:ext uri="{FF2B5EF4-FFF2-40B4-BE49-F238E27FC236}">
                <a16:creationId xmlns:a16="http://schemas.microsoft.com/office/drawing/2014/main" id="{C8DE976D-5A91-AB4D-B2D0-A126959D8CD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8A06A27-2D07-2E41-8780-1ACD4314987F}"/>
              </a:ext>
            </a:extLst>
          </p:cNvPr>
          <p:cNvSpPr>
            <a:spLocks noGrp="1"/>
          </p:cNvSpPr>
          <p:nvPr>
            <p:ph type="sldNum" sz="quarter" idx="12"/>
          </p:nvPr>
        </p:nvSpPr>
        <p:spPr/>
        <p:txBody>
          <a:bodyPr/>
          <a:lstStyle/>
          <a:p>
            <a:fld id="{76BAB7ED-EDE9-4D4B-9A2D-30E18C47C16E}" type="slidenum">
              <a:rPr lang="en-GB" smtClean="0"/>
              <a:t>7</a:t>
            </a:fld>
            <a:endParaRPr lang="en-GB"/>
          </a:p>
        </p:txBody>
      </p:sp>
    </p:spTree>
    <p:extLst>
      <p:ext uri="{BB962C8B-B14F-4D97-AF65-F5344CB8AC3E}">
        <p14:creationId xmlns:p14="http://schemas.microsoft.com/office/powerpoint/2010/main" val="3239231242"/>
      </p:ext>
    </p:extLst>
  </p:cSld>
  <p:clrMapOvr>
    <a:masterClrMapping/>
  </p:clrMapOvr>
</p:sld>
</file>

<file path=ppt/theme/theme1.xml><?xml version="1.0" encoding="utf-8"?>
<a:theme xmlns:a="http://schemas.openxmlformats.org/drawingml/2006/main" name="Office Theme">
  <a:themeElements>
    <a:clrScheme name="Custom 18">
      <a:dk1>
        <a:srgbClr val="000000"/>
      </a:dk1>
      <a:lt1>
        <a:srgbClr val="FFFFFF"/>
      </a:lt1>
      <a:dk2>
        <a:srgbClr val="44546A"/>
      </a:dk2>
      <a:lt2>
        <a:srgbClr val="E7E6E6"/>
      </a:lt2>
      <a:accent1>
        <a:srgbClr val="0079C2"/>
      </a:accent1>
      <a:accent2>
        <a:srgbClr val="8BADDC"/>
      </a:accent2>
      <a:accent3>
        <a:srgbClr val="00AACD"/>
      </a:accent3>
      <a:accent4>
        <a:srgbClr val="CAD510"/>
      </a:accent4>
      <a:accent5>
        <a:srgbClr val="99C879"/>
      </a:accent5>
      <a:accent6>
        <a:srgbClr val="FBB900"/>
      </a:accent6>
      <a:hlink>
        <a:srgbClr val="DF006E"/>
      </a:hlink>
      <a:folHlink>
        <a:srgbClr val="888B8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aaga-Helia-powerpoint-pohja.pptx [Read-Only]" id="{85B69CBC-69E6-4F2B-AC01-A2F0A1F659AC}" vid="{187833F4-E17E-4E19-B6ED-FBF677C8470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4C55B41993A414DABB8DD07ACBA0814" ma:contentTypeVersion="1" ma:contentTypeDescription="Create a new document." ma:contentTypeScope="" ma:versionID="3ea0c22b5866975a7b271665de4056c5">
  <xsd:schema xmlns:xsd="http://www.w3.org/2001/XMLSchema" xmlns:xs="http://www.w3.org/2001/XMLSchema" xmlns:p="http://schemas.microsoft.com/office/2006/metadata/properties" xmlns:ns1="http://schemas.microsoft.com/sharepoint/v3" targetNamespace="http://schemas.microsoft.com/office/2006/metadata/properties" ma:root="true" ma:fieldsID="ef2aa9ed40e72a78c3822fc753b43e87"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ED4E12E-7268-4B03-A47B-0755D62B5E31}">
  <ds:schemaRefs>
    <ds:schemaRef ds:uri="http://schemas.microsoft.com/sharepoint/v3"/>
    <ds:schemaRef ds:uri="http://schemas.microsoft.com/office/2006/documentManagement/types"/>
    <ds:schemaRef ds:uri="http://purl.org/dc/dcmitype/"/>
    <ds:schemaRef ds:uri="http://purl.org/dc/elements/1.1/"/>
    <ds:schemaRef ds:uri="http://schemas.microsoft.com/office/infopath/2007/PartnerControls"/>
    <ds:schemaRef ds:uri="http://purl.org/dc/term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B9E4DC25-62AA-44A0-8D5C-DB44892588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46C03B-CD3A-4EA0-AAA4-0E00E89645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65</TotalTime>
  <Words>451</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Wingdings</vt:lpstr>
      <vt:lpstr>Office Theme</vt:lpstr>
      <vt:lpstr>Docker – bigger case example from real life</vt:lpstr>
      <vt:lpstr>DevOps principle image</vt:lpstr>
      <vt:lpstr>PowerPoint Presentation</vt:lpstr>
      <vt:lpstr>Task – Consider how DevOps scripting could help</vt:lpstr>
      <vt:lpstr>Answers 1/2 – The DevOps scripting could …</vt:lpstr>
      <vt:lpstr>Answers 2/2 – The DevOps scripting could</vt:lpstr>
      <vt:lpstr>Enjoy!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Välimäki Juhani</dc:creator>
  <cp:lastModifiedBy>Välimäki Juhani</cp:lastModifiedBy>
  <cp:revision>12</cp:revision>
  <cp:lastPrinted>2020-09-28T07:56:54Z</cp:lastPrinted>
  <dcterms:created xsi:type="dcterms:W3CDTF">2024-01-24T14:33:46Z</dcterms:created>
  <dcterms:modified xsi:type="dcterms:W3CDTF">2026-02-12T07:53:16Z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0x01010024C55B41993A414DABB8DD07ACBA0814</vt:lpwstr>
  </property>
</Properties>
</file>